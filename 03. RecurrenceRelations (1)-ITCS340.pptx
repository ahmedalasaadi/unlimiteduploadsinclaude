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ink/ink4.xml" ContentType="application/inkml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ink/ink5.xml" ContentType="application/inkml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ink/ink13.xml" ContentType="application/inkml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2.xml" ContentType="application/vnd.openxmlformats-officedocument.presentationml.notesSlide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notesSlides/notesSlide16.xml" ContentType="application/vnd.openxmlformats-officedocument.presentationml.notesSlide+xml"/>
  <Override PartName="/ppt/tags/tag24.xml" ContentType="application/vnd.openxmlformats-officedocument.presentationml.tags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31"/>
  </p:notesMasterIdLst>
  <p:handoutMasterIdLst>
    <p:handoutMasterId r:id="rId32"/>
  </p:handoutMasterIdLst>
  <p:sldIdLst>
    <p:sldId id="256" r:id="rId3"/>
    <p:sldId id="267" r:id="rId4"/>
    <p:sldId id="268" r:id="rId5"/>
    <p:sldId id="269" r:id="rId6"/>
    <p:sldId id="271" r:id="rId7"/>
    <p:sldId id="294" r:id="rId8"/>
    <p:sldId id="272" r:id="rId9"/>
    <p:sldId id="273" r:id="rId10"/>
    <p:sldId id="274" r:id="rId11"/>
    <p:sldId id="295" r:id="rId12"/>
    <p:sldId id="296" r:id="rId13"/>
    <p:sldId id="292" r:id="rId14"/>
    <p:sldId id="293" r:id="rId15"/>
    <p:sldId id="275" r:id="rId16"/>
    <p:sldId id="276" r:id="rId17"/>
    <p:sldId id="289" r:id="rId18"/>
    <p:sldId id="290" r:id="rId19"/>
    <p:sldId id="278" r:id="rId20"/>
    <p:sldId id="297" r:id="rId21"/>
    <p:sldId id="279" r:id="rId22"/>
    <p:sldId id="291" r:id="rId23"/>
    <p:sldId id="287" r:id="rId24"/>
    <p:sldId id="281" r:id="rId25"/>
    <p:sldId id="282" r:id="rId26"/>
    <p:sldId id="283" r:id="rId27"/>
    <p:sldId id="284" r:id="rId28"/>
    <p:sldId id="288" r:id="rId29"/>
    <p:sldId id="285" r:id="rId3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22817-4798-4D0C-A4A3-0CA9B2E99AB1}" v="165" dt="2020-04-06T07:32:34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howGuides="1">
      <p:cViewPr varScale="1">
        <p:scale>
          <a:sx n="63" d="100"/>
          <a:sy n="63" d="100"/>
        </p:scale>
        <p:origin x="724" y="5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12T08:42:51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7154 7589 48 0,'0'0'81'0,"0"0"-28"0,0 0-4 0,0 0 26 16,0 0 11-16,0 0 8 15,0-27-21-15,0 26-16 16,0-5-11-16,0 6-12 15,0-3-12-15,0 3-4 0,0 0-9 16,0 0-7-16,0 0-2 16,0 0 0-1,0 0 0-15,16 0 2 0,23-4 1 16,14-2-3-16,7-7 2 16,11 2-2-16,8 0 0 15,5-2-12-15,-8 7-43 16,-12 6-32-16,-28 0-81 15,-28 0-103-15</inkml:trace>
  <inkml:trace contextRef="#ctx0" brushRef="#br0" timeOffset="203.08">7377 7648 211 0,'0'0'52'0,"0"0"-35"15,0 0 68-15,0 0-1 16,0 0-30-16,0 0-37 16,248 2-11-16,-180-2-6 15,-21 0 0-15,1-7-132 16,-19-3-57-16</inkml:trace>
  <inkml:trace contextRef="#ctx0" brushRef="#br0" timeOffset="390.57">7903 7458 207 0,'0'0'137'0,"0"0"-117"15,0 0 22-15,0 0 44 16,232 27-25-16,-164-11-17 16,-7 1-21-16,-27 1-19 15,-21-2 0-15,-13 6-1 16,0 6 0-16,-47 1-3 15,-30 3-60-15,-7-3-137 16,13-11-37-16</inkml:trace>
  <inkml:trace contextRef="#ctx0" brushRef="#br0" timeOffset="1000.64">8619 7417 137 0,'0'0'121'16,"0"0"-7"-16,0 0-28 15,0 0-18-15,0 0-5 16,0 0-24-16,0-86-19 16,0 88-15-16,0 25 4 15,8 9-6-15,10 4 12 16,3-1-11-16,-13-7-2 15,8-6-1-15,-16-11-1 16,8-8 2-16,-8-4-2 0,0-3 0 16,0 0 1-1,0 0-1-15,0 0 4 0,0 0-8 16,-8-10 10-16,-8-2-6 16,0 4 1-16,3-2-1 15,5 1 0-15,5 0 0 16,3-1-1-16,0-2-3 15,0 1 0-15,0 0 2 16,0-2 2-16,0 4-5 16,0-1 10-16,0 3-4 15,0 4-1-15,0 3 0 16,0 0 0-16,0 0-3 16,0 10 3-16,0 16-2 15,0 2 2-15,0 1-3 0,24-11 2 16,16-4 0-16,-1-11-2 15,6-3 0-15,10 0 2 16,-8-26-18-16,-10-6 6 16,-13-9 6-16,-19-3 3 15,-5-3 4-15,0 3 3 16,-16 4-1-16,-21 10 1 16,-2 10-3-16,2 16 0 15,6 4-4-15,2 2 2 16,13 30-33-16,13 7-100 15,3-4-63-15</inkml:trace>
  <inkml:trace contextRef="#ctx0" brushRef="#br0" timeOffset="1188.1">9000 7525 315 0,'0'0'109'0,"0"0"-90"0,0 0-8 0,0 0 33 15,0 0 5-15,0 0-27 16,129 23-18-16,-74-20-1 16,6-2-3-16,7-1-3 15,-5 0-92-15,6 0-90 16,-22 0-38-16</inkml:trace>
  <inkml:trace contextRef="#ctx0" brushRef="#br0" timeOffset="1438.1">9636 7394 263 0,'0'0'135'0,"0"0"-86"15,0 0-34-15,0 0 61 16,0 0-14-16,0 0-37 16,8 36-4-16,16-30-17 15,10-6 10-15,3 0-13 16,10-2 9-16,-2-18-8 15,-13 2 0-15,-9 1-1 0,-10 8 1 16,-5 5 0-16,-5 4-2 16,5 0 0-1,8 13-4-15,5 21 3 0,2 3-28 16,9-3-173-16</inkml:trace>
  <inkml:trace contextRef="#ctx0" brushRef="#br0" timeOffset="2344.33">15567 7414 189 0,'0'0'134'0,"0"0"-36"0,0 0-4 0,0 0-5 16,0 0-30-16,0 0-25 15,-16-37-30-15,0 68-2 16,-2 8-1-16,-3 5-1 0,5 4-1 16,8-10-84-1,0-13-143-15,3-15-109 0</inkml:trace>
  <inkml:trace contextRef="#ctx0" brushRef="#br0" timeOffset="2641.5">15488 7325 136 0,'0'0'51'0,"0"0"-31"0,302-27-2 15,-170 18 8-15,5-1 5 16,10-1 7-16,-2-6-1 16,-3 1-7-16,-3 1 5 15,-18 6-1-15,-21 5 5 16,-24 4 4-16,-21 0-6 16,-23 13-9-16,-3 22 1 15,-19 12 1-15,-10 14-13 16,0 6-9-16,0 4-7 15,0 2-1-15,0-4-33 16,0-13-119-16,-2-18-143 16</inkml:trace>
  <inkml:trace contextRef="#ctx0" brushRef="#br0" timeOffset="3127.91">16987 6954 261 0,'0'0'116'0,"0"0"-92"0,0 0 4 0,0 0-9 16,0 0-7-16,0 0 21 15,58 48 9-15,-3-48-25 16,0-15-11-16,-7-11 3 16,-11-2-6-16,-14-2 0 0,-15 2-1 15,-8 2 3-15,-3 5-4 16,-39 6 1-16,0 11 1 16,-2 4-2-16,15 0-1 15,10 6-5-15,6 21-8 16,13-3-109-16,0 3-70 15,0-6 6-15</inkml:trace>
  <inkml:trace contextRef="#ctx0" brushRef="#br0" timeOffset="3300.04">17300 7008 237 0,'0'0'80'0,"0"0"-26"0,0 0 4 16,0 0-27-16,0 0-16 15,0 0-1-15,155 78-9 16,-123-65-5-16,-1-6-65 16,1-2-140-16</inkml:trace>
  <inkml:trace contextRef="#ctx0" brushRef="#br0" timeOffset="3581.42">17818 7059 381 0,'0'0'74'0,"0"0"-62"16,0 0 34-16,0 0 3 15,0 0-22-15,0 0-12 16,0 75-6-16,16-70-7 16,21-5 0-16,5 0 1 15,3-5 5-15,7-16-8 16,-18-3 0-16,-5 4 0 15,-5 4 7-15,-8 5-5 16,-8 7 17-16,-3 4 2 16,-5 0-5-16,2 0-16 15,12 21 0-15,-7 15-4 16,1-1-91-16,3-9-143 0</inkml:trace>
  <inkml:trace contextRef="#ctx0" brushRef="#br0" timeOffset="3910.9">18675 6891 241 0,'0'0'253'0,"0"0"-105"0,0 0-53 0,0 0-38 0,0 0-21 16,0 0-33-16,32-3 3 15,-8 58-3-15,-3 10-3 16,-13 19-22-16,7-8-75 0,-7-15-209 16</inkml:trace>
  <inkml:trace contextRef="#ctx0" brushRef="#br0" timeOffset="4425.85">18257 7106 220 0,'0'0'177'0,"0"0"-62"0,0 0-38 0,0 0-13 0,0 0-31 16,226-80-16-16,-157 79-10 16,-22 1-7-16,-31 0 0 15,-16 9-129-15</inkml:trace>
  <inkml:trace contextRef="#ctx0" brushRef="#br0" timeOffset="8364.44">9463 10812 5 0,'0'0'64'0,"0"0"-20"0,0 0-1 0,0 0-8 0,0 0-2 16,0 0 19-16,0 0-26 15,0-67-2-15,0 58-6 16,0 1 6-16,0 0 5 16,0 0 7-16,0-1 3 15,-16 6-17-15,-10 0-4 16,-3 0-11-16,-8 3 3 15,11 0-1-15,5 0 2 16,2 0-7-16,14 0 3 0,5 6-7 16,0 0 0-16,24 7 6 15,60-4 10-15,40 5 24 16,31-3-4-16,13 3-15 16,11 1-3-16,-3-1-6 15,-5-3-2-15,-11-1 0 16,-20-5 1-16,-25 0 1 15,-7-4-1-15,-21-1 4 16,-19 0-2-16,-20 0 4 16,-19 0-3-16,-13 0 2 15,-16 0-2-15,7 0 11 16,-7 0-4-16,0 0-20 16,0 0 0-16,0 0 2 0,16 0-3 15,13 2-17 1,11 11-65-16,-1-6-77 0</inkml:trace>
  <inkml:trace contextRef="#ctx0" brushRef="#br0" timeOffset="12975.42">14163 8585 266 0,'0'0'79'0,"0"0"10"0,0 0-49 0,0 0-33 16,0 0-5-16,0 0 7 15,0 0-5-15,0-30 5 0,13 40-1 16,-5 0-1 0,-1 3 11-16,9-3 5 15,0 3-9-15,-3 2-2 0,-5-2-5 16,3 9-5-16,-4-2 2 16,1 5-1-16,0 3-2 15,8 2 3-15,5-4 3 16,24-1-6-16,5-12 1 15,8-3-2-15,-3-10 2 16,0 0-2-16,-15-1 7 16,-4-24-5-16,-4-2 6 15,-11-1 6-15,-11-3 16 16,-10 2-26-16,0 9 0 0,0 8-4 16,0 12 1-1,0 0-1-15,0 3-230 0</inkml:trace>
  <inkml:trace contextRef="#ctx0" brushRef="#br0" timeOffset="14788.43">14591 10878 56 0,'0'0'36'0,"0"0"-11"0,0 0 1 0,0 0-5 0,0 0 0 15,0 0-3-15,0 0 2 16,0 0 7-16,-16-24 0 16,11 21 3-16,5 2-1 15,0-2-9-15,-2 0 6 16,-4 2-8-16,-2-2-2 16,1-3-3-16,7 2-1 15,-8 2-1-15,8-2 3 16,0 2 3-16,0 2 0 0,0-4-9 15,0 4 9-15,0 0-7 16,0 0 0-16,0 0-6 16,0 0 1-16,8 0-4 15,31-1 0-15,21-1 8 16,17 2-4-16,25 0 0 16,22-3-4-16,15 3 15 15,14-3-8-15,2 3 1 16,5 0 7-16,-4 0-3 15,-9 0-3-15,-16 0 4 16,-23 0 2-16,-16 0-4 16,-13 0-3-16,-13 0-1 15,-24 0-4-15,-13 0 7 0,-21 0-11 16,0 0 11-16,-8 0 1 16,0 0 5-16,0 0 4 15,0 0-15-15,0-4-1 16,0 1-4-16,0 3-1 15,0 0 0-15,8 0-8 16,-1 5-42-16,9 18-48 16,-3-2-150-16</inkml:trace>
  <inkml:trace contextRef="#ctx0" brushRef="#br0" timeOffset="16695">16971 10911 29 0,'0'0'70'0,"0"0"-32"0,0 0-20 16,0 0 8-16,0 0 0 15,0 0 0-15,-134-68-4 16,111 62-2-16,-6 3 11 16,5 3-6-16,-8 0-3 15,1 0-10-15,-14 0-9 0,8 0 3 16,6 0-6-1,-1 6 1-15,16 1-1 0,1-3 1 16,-1-1 0-16,0 3-1 16,0-3 2-16,3 0 0 15,5-1 6-15,6-2-2 16,2 0-3-16,0 0 9 16,0 0-1-16,0 3 1 15,0-3 4-15,23 1-5 16,56 3 22-16,37-2-1 15,44-1-13-15,19 2-2 16,16 2-5-16,5-1-8 0,-8 6 14 16,7 0-17-16,-12-7 10 15,-3 5 4-15,-15-3 5 16,-20-3-9-16,-20 1 1 16,-26-2-7-16,-22-1 6 15,-31 0 3-15,-26 0 3 16,-11 0 1-16,-13 0-8 15,0 0 6-15,0 0 0 16,0 0-13-16,0 0-3 16,-16 8-3-16,-5 9-38 15,3 3-76-15,5-11-132 16</inkml:trace>
  <inkml:trace contextRef="#ctx0" brushRef="#br0" timeOffset="19180.74">20566 10987 50 0,'0'0'39'0,"0"0"10"0,0 0-3 0,0 0 1 15,0 0 30-15,0 0-7 16,-192-92 8-16,169 84-10 16,12 3-10-16,11 2-13 15,0 3-17-15,34 0-20 16,56 0-1-16,28 0 10 16,22 0-9-16,-9 0-8 15,-10 0 4-15,-18 8-3 0,-27-1-1 16,-21-3 0-1,-26 3-11-15,-21 5-68 0,-8 0-20 16,-21 7-38 0,-61 4 7-16,-31-1 31 0,-18 4-46 15</inkml:trace>
  <inkml:trace contextRef="#ctx0" brushRef="#br0" timeOffset="19274.49">20566 10987 7 0,'29'86'128'16,"-37"-83"-55"-16,8 7 13 15,11 0 14-15,57 1-32 16,24-1-28-16,27-6-27 15,10 5-8-15,-14-2-5 16,1-3-8-16,-16-4-218 16</inkml:trace>
  <inkml:trace contextRef="#ctx0" brushRef="#br0" timeOffset="28777.41">10162 9814 125 0,'0'0'34'0,"0"0"-29"0,0 0 13 0,0 0 35 0,0 0-2 16,0 0-12-16,0 0-18 15,-47-43-4-15,39 41 3 16,-5-4 18-16,5 2-5 16,0 1-1-16,0-1-16 15,1 1-6-15,-1-3-3 16,-6 3-2-16,-1-1-4 15,-1-2 0-15,-8 3-1 16,-15 3 0-16,-1 0 1 0,-12 0 1 16,-11 0 0-1,2 0 1-15,-2 0-3 0,3 0 0 16,12 10 2-16,-4-4 1 16,7 4-6-16,3 6 6 15,-11 0-2-15,6 2-1 16,-6 5-1-16,6 2 1 15,0-2 2-15,2 2-1 16,8 1 3-16,-2 2-2 16,7 2-2-16,-7 4 0 15,2 2 0-15,-3 5 8 16,9-3-2-16,-1 6 0 16,-5-2-1-16,14-1-5 0,-1 1 3 15,3-2 0 1,11 0-1-16,4-2-2 0,6-3 0 15,0 3 1-15,0-3 3 16,6-2-3-16,9 5-1 16,1-4-2-16,0 2 2 15,8-2 2-15,4-4-2 16,7 4 0-16,9-4 1 16,1-2-1-16,2-1 2 15,-7 1 0-15,5-3-2 16,-11-2 1-16,3-2 0 15,10-4-1-15,-10 3 1 16,10-3 0-16,-2 0-1 16,2-7 0-16,16-2 0 0,-2-3-2 15,10-5 2-15,2 0 1 16,-2 2 0-16,6 1-2 16,-6-3 1-16,13 4 0 15,-5 1 0-15,5-4 1 16,8 2 4-16,0 0-5 15,0-3-5-15,-5 0 5 16,-11 0 1-16,3 0-1 16,-5 0 3-16,-11 0-3 15,-3-6-1-15,3 2 1 16,-2-2 2-16,2-4-2 16,13-5 0-16,-5-4 0 0,5-1 5 15,-5-8-5-15,-10-3-3 16,-8 2 3-16,-14 5 1 15,0-3 4-15,-7 5-5 16,0-1 0-16,-3 0 0 16,10 3 1-16,-2-1-1 15,2-1 0-15,6 2 0 16,-3-5 0-16,-5 5 0 16,2-6 0-16,-7-2-2 15,-1-3 4-15,-2 1-1 16,0 0-1-16,-10 0-1 15,-4 2 1-15,1 2-2 16,0 1 2-16,-3-1 0 0,3-1 1 16,5-1-1-16,-3 1 1 15,3-5 3-15,3 3-4 16,0-4 0-16,-1 2 0 16,-7-5 0-16,-8-1-1 15,-8-2 1-15,0-3 2 16,0 1-2-16,0 0-2 15,-18 2 2-15,-19 4 2 16,0-3 18-16,-18 0-9 16,10 3-1-16,-5 2 1 15,-23 5 8-15,-27 5-10 16,-40 8-4-16,-47 6-4 0,-52 6 5 16,-32 3-3-1,-44 0-3-15,-9 0-1 0,-7 17 1 16,7 9 0-16,22 14-5 15,39 7-83-15,39-9-146 16</inkml:trace>
  <inkml:trace contextRef="#ctx0" brushRef="#br0" timeOffset="32903.49">15967 9615 9 0,'0'0'70'0,"0"0"-39"0,0 0-16 0,0 0-9 0,0 0 6 16,0 0 31-16,0 0 8 16,52-55-17-16,-52 46-10 15,0-1 1-15,0-2 7 16,0 0-5-16,0 1-10 16,0 2 10-16,-16-1-13 15,-7 3-6-15,-6-1-4 16,-11 7-4-16,-4-1 5 15,-9 2-5-15,-5 0 1 16,0 0 2-16,3 0-3 16,0 0 0-16,2 0 2 15,-2 0-2-15,0 0 3 16,-6 2-1-16,-2 7 0 0,-5 1-2 16,0-2 2-1,4 4-1-15,1 2 4 0,3 1 2 16,7-2 5-16,1 3-5 15,12-1-6-15,1 2 4 16,2-2 3-16,3 2-2 16,-3 5 7-16,-3 0 2 15,9 1-3-15,-1 1-6 16,-4 2-3-16,7 0 1 16,2-4 3-16,4 3-5 15,2-2 0-15,-3 0 0 16,8 1-1-16,-5 2 1 0,-3 0 1 15,6 2-2-15,-11-3 0 16,13 1 1-16,-7 0 0 16,2 0-2-16,-3-1 7 15,0 3-7-15,-7-2 0 16,10 0 1-16,-3 2 0 16,0 1-1-16,1 4 0 15,-1 4 0-15,0 2 0 16,9-1 1-16,-1 0-1 15,3 1 0-15,5-1 0 16,0-1 1-16,0 0-1 16,0-2 0-16,0-2 0 15,0-3 0-15,8 2 1 16,0-3-1-16,0 0 0 16,0 0 0-16,24-2 0 0,5-4 0 15,5 3 0 1,11-1 4-16,7 1-4 0,11 6 0 15,6 0 0-15,-6-3 1 16,8 0 1-16,-5-5 0 16,-8-4-2-16,10 1 1 15,-8-4-1-15,19-4 1 16,3 0-1-16,-3-7 3 16,15 2 0-16,-4-3-1 15,5-3-2-15,-3-1 0 0,8 2 1 16,10-3 0-1,-2 0-1-15,8 3 2 0,-3-3-2 16,5 3 4-16,3-3-7 16,-5 0 4-16,-1 0-1 15,1 0 0-15,0 0 2 16,-6 0-2-16,3 0-2 16,-5-6 2-16,-5 2-4 15,-6 2 4-15,-2 2 2 16,-1 0 2-16,-9 0-4 15,-4 0 1-15,-2 0-1 16,-3 2 0-16,3 2 2 16,5-1-1-16,8 1-1 15,-5-4 0 1,3 0 1-16,-12 0-1 0,-7 0 2 0,-2 0-2 16,-9 0 0-16,-4 0 5 15,4-4-5-15,3-3 0 16,6 0-1-16,-1-3 1 15,11 0 0-15,0-1 1 16,10-1-1-16,-2 1 0 16,-3-3 0-16,0 0-1 15,-21-1 1-15,0 2-1 16,-10-1 1-16,0-3 0 16,-6-4 2-16,8-3-1 15,0-2-1-15,-2-1 0 16,0-4-2-16,-1-1 6 0,-10 0-4 15,-5-5 2 1,8 4-1-16,-14-4-2 0,1 2 2 16,-16-2-2-16,-8 0 2 15,0-1 1-15,-8-2-1 16,0-4 2-16,0-6-1 16,0 2 0-16,0-3 9 15,0-2 0-15,0 2-6 16,7 0-3-16,1 1 9 15,5 2-9-15,-10-2 4 16,2 5 1-16,-5-1-6 16,0 3 1-16,0 1 3 15,0 3-3-15,-36-2 1 16,-9 3 7-16,-3 0-2 16,-12-1-7-16,-3 5 0 0,-13 2 2 15,-3 0 1-15,-5 5-3 16,-3 0 0-16,-5 8 1 15,-8-5 0-15,-8 2 0 16,-13-1 1-16,-13-1-3 16,-19 4 5-16,-10-1-6 15,-23 1 3-15,-43 4-2 16,-29 2 1-16,-47 0 3 16,-34 3 6-16,-16 2-5 15,-8 6 1-15,8 3-1 0,36 0-2 16,41 16-1-1,38 19 0-15,40 22-2 0,30 13-14 16,1-8-138-16</inkml:trace>
  <inkml:trace contextRef="#ctx0" brushRef="#br0" timeOffset="40546.44">8690 12515 119 0,'0'0'22'0,"0"0"-12"16,0 0-6-16,0 0 19 0,0 0 2 15,0 0 3-15,0 0-4 16,-100-36-10-16,84 34 17 15,0-1-1-15,0 0 2 16,-5 3-3-16,6 0-5 16,-1 0-12-16,0 0-3 0,6 0 0 15,4 0 0-15,6 0-3 16,0 3-6-16,0 0 1 16,0-1 1-16,6-2 17 15,17 0 13-15,9 0-12 16,-1 0 0-16,9 0-8 15,-3 0-4-15,-6 0-8 16,-7 0-1-16,13 10-4 16,-14 7-96-16,1-5-136 15</inkml:trace>
  <inkml:trace contextRef="#ctx0" brushRef="#br0" timeOffset="41280.75">10610 12617 14 0,'0'0'71'0,"0"0"-22"0,0 0-13 0,0 0 12 15,0 0 14-15,0 0-3 16,-21-14-19-16,21 14-18 16,0 0-13-16,0 0-5 15,21 0 6-15,26 0 24 16,16 0 1-16,21 0-10 15,16 5-2-15,8-3 1 16,16-2-7-16,-1 0-6 0,-7 3-5 16,-16-3-2-16,-16 0-1 15,-21 0 0-15,-23 1-2 16,-19-1 2-16,-19 0-1 16,3 0 0-16,-5 0 2 15,0 0 2-15,0 0-6 16,0 0-5-16,0 0 3 15,0 0-64-15,8 0-116 16,8 0-116-16</inkml:trace>
  <inkml:trace contextRef="#ctx0" brushRef="#br0" timeOffset="42046.27">16114 12728 249 0,'0'0'17'0,"0"0"-17"0,0 0-53 16,0 0-24-16,0 0-56 15</inkml:trace>
  <inkml:trace contextRef="#ctx0" brushRef="#br0" timeOffset="42296.28">16235 12665 122 0,'0'0'57'0,"0"0"-18"15,0 0-8-15,0 0-7 16,0 0 20-16,0 0-10 15,147 0-25-15,-68 0-9 0,-3 0 2 16,9 0-4 0,-9 0 1-16,-5-3-160 15</inkml:trace>
  <inkml:trace contextRef="#ctx0" brushRef="#br0" timeOffset="42437.38">17247 12654 99 0,'0'0'0'0,"0"0"-76"0</inkml:trace>
  <inkml:trace contextRef="#ctx0" brushRef="#br0" timeOffset="42624.86">18197 12630 86 0,'0'0'113'0,"0"0"-26"16,0 0-23-16,0 0-26 16,0 0 7-16,0 0-10 15,16-1-27-15,20 1-8 16,7 0-43-16,14 0-165 0</inkml:trace>
  <inkml:trace contextRef="#ctx0" brushRef="#br0" timeOffset="47359.02">18844 12675 110 0,'0'0'44'0,"0"0"3"0,0 0-11 0,0 0 31 16,0 0-12-16,0 0 1 0,0 0-12 15,-69-55-9-15,69 55-4 16,0 0-3-16,0 0 2 16,0 0-3-16,0 0-3 15,0 0-8-15,0 0-7 16,8 0-5-16,40 0 2 16,12 0 5-16,3-3-3 15,11-1 7-15,-11-1-6 16,-16 0 2-16,1 0 0 15,-25 2-5-15,-2 0 3 16,-13 3 4-16,0 0-8 16,0 0-3-16,-8 0 2 15,0 0 0-15,0 0-1 0,0 0-3 16,0 0 1 0,0 0 3-16,0 0-4 0,0 0-4 15,16 0-70-15,5 0-70 16,10 0-119-16</inkml:trace>
  <inkml:trace contextRef="#ctx0" brushRef="#br0" timeOffset="48218.78">20622 12654 14 0,'0'0'20'0,"0"0"18"0,0 0 0 0,0 0-12 0,0 0-1 15,0 0-8 1,57 0 10-16,-54 0 24 0,-3-4 6 15,0-3-15-15,0 0 0 16,0 0 0-16,0-1 1 16,-10 4-6-16,-4 1-8 15,7-1 0-15,7 4 0 16,0 0-22-16,7 0-7 16,62 0 1-16,41 0 6 15,43 3 8-15,23 1 4 16,11 0 1-16,15-2-5 15,11 5 17-15,3 0-10 16,2 2-14-16,-10-1 2 16,-13 0-4-16,-19-1 1 15,-21-2-5-15,-16-4 6 16,-15-1-5-16,-16 0 1 16,-11 0 6-16,-13 0 9 15,-21 0-10-15,-15 0-2 0,-19 0-1 16,-19 0-1-16,-5 0-3 15,-5 0 11-15,0 0-4 16,0 0 1-16,0 0-1 16,0 0-4-16,0 0-4 15,0 0-1-15,0 0 0 16,0 0 0-16,0 0-3 16,0 6-2-16,0 17-57 15,0-2-26-15,-15-5-176 0</inkml:trace>
  <inkml:trace contextRef="#ctx0" brushRef="#br0" timeOffset="54768.47">6228 12479 135 0,'0'0'41'0,"0"0"-17"16,0 0 7-16,0 0 18 0,0 0 27 15,0 0-16-15,0 0-9 16,0 0-10-16,-39-73-2 16,39 71-3-16,0 2-3 15,0 0-7-15,0 0-6 16,0 0-10-16,0 0-7 16,0 0 0-16,0 0-2 15,0 0 4-15,0 23-3 16,15 5 14-16,1 5-14 15,24 1 2-15,-3 0-2 16,15-8 2-16,3-5-2 0,8-10-2 16,14-11 2-16,2 0 9 15,10-10-8-15,-2-25-2 16,5-6 2-16,-5-6 3 16,-11-2 7-16,-13 4-5 15,-18 8 14-15,-14 11-13 16,-15 7-5-16,-8 10-4 15,-8 9-7-15,0 2-65 16,0 23-233-16</inkml:trace>
  <inkml:trace contextRef="#ctx0" brushRef="#br0" timeOffset="55237.38">6052 13070 326 0,'0'0'137'0,"0"0"-80"0,0 0-16 0,0 0 9 0,0 0-10 16,-126 130-19-16,126-90-15 15,0-5-4-15,15-11-2 16,17-17 4-16,7-7-4 15,-2 0 2-15,3-19-2 16,-1-23 4-16,-10-10-1 16,-5-4-3-16,-16-2 1 15,0 10 5-15,-8 8-6 16,0 14 0-16,0 15 0 0,0 9-14 16,0 2-43-16,0 2-93 15,0 19-55 1,0 5-26-16</inkml:trace>
  <inkml:trace contextRef="#ctx0" brushRef="#br0" timeOffset="55409.21">6052 13070 296 0,'105'157'87'16,"-105"-126"11"-16,0-1-52 16,0-3-8-16,19-7-10 15,9 0-10-15,20-9 1 0,-9-1-17 16,-2-9 1-1,10-1-3-15,-2 0-1 0,2 0-85 16,-7-7-179-16</inkml:trace>
  <inkml:trace contextRef="#ctx0" brushRef="#br0" timeOffset="55659.18">6599 13214 398 0,'0'0'108'0,"0"0"-98"15,0 0 42-15,0 0 11 16,0 0-17-16,0 0-22 16,-3 85-16-16,19-78-8 0,10-1 3 15,11-6 0 1,8 0-3-16,5-22 3 16,0-3-2-16,-11 6 2 15,-12 8-3-15,-14 6 3 0,-5 5-3 16,-8 0-2-16,8 13 0 15,7 21-1-15,-2 8-19 16,-2-5-283-16</inkml:trace>
  <inkml:trace contextRef="#ctx0" brushRef="#br0" timeOffset="56612.21">20637 11179 106 0,'0'0'316'0,"0"0"-236"0,0 0-50 0,0 0 1 0,0 0 9 0,0 0-34 16,14 12 2-16,7 24-5 15,-6 1 1-15,-12-1-1 16,-3 6-3-16,0-4-2 16,0 0-54-16,-8-7-117 15,-8-12-124-15</inkml:trace>
  <inkml:trace contextRef="#ctx0" brushRef="#br0" timeOffset="56987.21">20811 11168 144 0,'0'0'72'0,"0"0"-28"16,0 0-29-16,0 0 42 15,0 0-8-15,271-18-16 16,-132 12-18-16,16-5-14 16,16-1 9-16,13-5-9 15,8-1 24-15,3-4 3 16,-11 0-7-16,0-1-7 15,-29-3 5-15,-15 7-1 0,-9 3 10 16,-7 0-1-16,-8 7-3 16,-11 8-4-16,-24 1 3 15,-12 6-5-15,-14 30-18 16,-13 12 11-16,-10 9-6 16,-9 11-4-16,-4 4 1 15,-6 2-4-15,3 3-9 16,-11-13-119-16,-3-13-224 15</inkml:trace>
  <inkml:trace contextRef="#ctx0" brushRef="#br0" timeOffset="57502.78">23628 10499 224 0,'0'0'115'0,"0"0"-77"0,0 0 33 0,0 0 12 0,0 0-26 16,0 0-29-16,-82 70-16 15,127-49-11-15,18-6 8 16,13-7 1-16,11-8-7 15,5 0-1-15,-8-15 1 16,-8-14 0-16,-12-7-2 16,-28-1 1-16,-28-1 3 15,-8 5-2-15,-13 5 2 0,-42 9 8 16,-14 9-6-16,4 10-6 16,4 0-2-16,9 16-5 15,12 22 2-15,11 6-92 16,21-2-105-16,8-7-121 15</inkml:trace>
  <inkml:trace contextRef="#ctx0" brushRef="#br0" timeOffset="57705.89">24232 10685 230 0,'0'0'126'0,"0"0"-106"0,0 0 107 16,0 0-43-16,0 0-43 16,0 0-30-16,77 117-8 15,-72-97-3-15,-5-5-4 16,0-5-81-16,0-10-170 16</inkml:trace>
  <inkml:trace contextRef="#ctx0" brushRef="#br0" timeOffset="57972.18">24548 10693 188 0,'0'0'66'0,"0"0"31"0,0 0-59 16,0 0 19-16,0 0-28 15,-29 129-13-15,34-121-13 16,32-8-2-16,5 0 4 15,3-8-2-15,2-18 0 16,-10-3-2-16,-13 7 0 16,-8 5 6-16,-16 8-7 15,0 6 58-15,0 3-27 16,0 0-31-16,0 20-1 16,0 14-43-16,0-2-139 0</inkml:trace>
  <inkml:trace contextRef="#ctx0" brushRef="#br0" timeOffset="58175.57">25271 10753 498 0,'0'0'89'0,"0"0"-83"16,0 0-3-16,266-18 4 16,-190 15-7-16,3-7-82 15,3-6-301-15</inkml:trace>
  <inkml:trace contextRef="#ctx0" brushRef="#br0" timeOffset="58269.31">26105 10581 586 0,'0'0'108'0,"0"0"-108"15,0 0 5-15,-21 175-2 16,-3-74-3-16,16-6-201 16</inkml:trace>
  <inkml:trace contextRef="#ctx0" brushRef="#br0" timeOffset="61566.28">9547 14021 132 0,'0'0'52'0,"0"0"-33"0,0 0-15 0,0 0 13 0,0 0 33 16,0 0-3-16,0 0-16 16,0 0-1-16,29 0 15 15,-21 0-5-15,0 0-15 16,8 0-10-16,7 0 4 16,-7-3-5-16,-3 3-5 15,-5 0 1-15,0 0-8 0,2 0-2 16,11 0 4-16,27 0 6 15,23 0 7-15,50 0 7 16,34-4-4-16,37-5 8 16,18-1-14-16,-2 4 4 15,-16 0-7-15,-13 4 0 16,-27 2-10-16,-20 0 2 16,-24 0 7-16,-21 0-6 15,-27 0 0-15,-23 0-2 16,-21 0 1-16,-16 0 4 0,0 0 17 15,0 0 9 1,0 0-11-16,0 0-11 0,0 0-11 16,0 0 0-16,0 0-2 15,0 0-10-15,0 0-39 16,26-4-105-16,3-10-267 16</inkml:trace>
  <inkml:trace contextRef="#ctx0" brushRef="#br0" timeOffset="64172.95">14586 13887 54 0,'0'0'49'0,"0"0"-13"0,0 0 0 0,0 0-5 0,0 0 5 16,0 0 3-16,0 0-3 16,-55-7-10-16,55 6 1 15,-6-2 0-15,-1-2 12 16,-1 2-10-16,0-3 2 15,-3 3-11-15,3-1-9 16,1 1-6-16,-1 2 1 16,2-2-3-16,4 3 1 0,2 0 2 15,-6-3-3-15,6 3 4 16,-2 0 1-16,2 0-3 16,0 0 8-16,0 0-5 15,0 0-3-15,0 0-1 16,0 0-2-16,0 0-2 15,0 0 2-15,0 0-1 16,0 0 1-16,0 0-2 16,0 0 4-16,0 0 6 15,0 0 10-15,0 0-2 16,0 0-8-16,0-2-10 16,0 2 7-16,0 0-7 0,0 0 0 15,0 0 0-15,0 0 0 16,8 0 4-16,15 0-3 15,4 0-1-15,-6 0 2 16,10 0-2-16,1 0 2 16,-1 0-1-16,6 2 1 15,8 1 1-15,2-3 2 16,6 0 4-16,-3 0-3 16,-5 0 0-16,7 0 0 15,-5 0-2-15,9 0 4 16,4 0-5-16,1 0 2 15,-6 4 2-15,8-1-5 16,-2 1-3-16,2 2 4 16,-3 0-4-16,16-1 7 15,-5-1-6-15,6 0 1 16,-9-2-1-16,-13 2 0 16,-2-1 0-16,-19 0 0 0,-5-3-3 15,-5 1 3 1,5 1 2-16,-3 1 2 0,5-3-4 15,12 0 0-15,-1 0 1 16,10 0-1-16,-4 0 10 16,4 0-5-16,3 0-4 15,1 0 1-15,1 0-2 16,-1 0 1-16,-4 0-1 16,-2 0 4-16,3 0-2 15,-8 0-1-15,-3 0 0 16,-6 0-1-16,1 0 1 15,-3 0 0-15,3 0-1 0,-5 0 4 16,5 0-3 0,-6 0 1-16,9 0 0 0,-1 0 2 15,6 0-4 1,2 0 2-16,-2 0-1 0,-6 0 0 16,1 0 1-16,-1 0-2 15,-2 0 1-15,2 0 0 16,6 0-1-16,3 0 1 15,-4 0-1-15,11 0 0 16,1 0 0-16,-4 0 0 16,11 0 1-16,-2 0-1 15,-6 0 0-15,-2 0 1 16,7 0-1-16,-10 0 0 16,3 0 0-16,-1 0-1 15,1 0 2-15,-3 0-2 16,3 0 2-16,-1 0-1 15,-5 0 1-15,1 0-1 0,-1 0 0 16,-2 0 2-16,0 0-2 16,-3 0 0-16,0 0 1 15,-3 0-1-15,-5 0 1 16,-5 0-2-16,0 0 1 16,-2 0 0-16,1 0 2 15,-4 0-2-15,8 0 1 16,-1 0 2-16,6 0 1 15,-5 0-1-15,7 0-2 16,1 0 7-16,-4-3-2 0,12 3-5 16,-9 0 4-1,3 0 1-15,-2 0-3 0,2 0-1 16,0 0-1-16,-3 0 0 16,-7 0 2-16,-9 0 0 15,-1 0 2-15,-15-2-5 16,-4 2 1-16,-3-1 1 15,0 1 2-15,0-3 0 16,0 3-4-16,0 0 0 16,0 0-1-16,0 0-56 15,-8 6-78-15,-31-2-309 16</inkml:trace>
  <inkml:trace contextRef="#ctx0" brushRef="#br0" timeOffset="67455.56">20080 14165 205 0,'0'0'123'0,"0"0"-48"0,0 0 14 0,0 0-27 16,0 0-23-16,0 0-4 15,0 0-18-15,-53-109 3 16,53 105 16-16,0 2-6 16,0 2-1-16,0 0-14 15,13 0 4-15,74 0-18 16,68 0 2-16,69 2 8 16,44 8 0-16,27 6-6 0,-11-5 4 15,-29-2-9-15,-40-3 1 16,-30-4 2-16,-46-2-2 15,-52 0 0-15,-35 0-1 16,-36 0-1-16,-16 0 1 16,0 0 21-16,0 0 2 15,0 0-20-15,0 4-3 16,0 11-5-16,-8 15-11 16,-5 8-45-16,3-10-108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19:58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17080 1379 0,'0'-59'16,"-29"59"15,-1 0 16,-28 0-16,58-59-31,-59 59 0,-58 0 31,87 0-31,-28 0 0,-1 0 16,0 0-16,0 0 16,1 0-1,-1 0-15,0 0 16,1 0-16,-1 0 16,0 30-16,1-30 15,-1 0-15,-29 0 16,29 58-1,0-58-15,1 0 0,-1 89 16,0-89-16,-29 0 16,30 88-16,-1-88 15,0 58-15,1-58 16,58 59-16,-59-59 16,59 59-16,-59-59 15,59 58-15,-59 1 16,-29 29-1,0 30 1,0-30 0,0-30-1,30 30 1,58-58 0,-59-30-16,59 58 15,0 1 1,0 29-16,0 30 31,0-60-15,0 1-1,0-30 1,0 30 0,29-59-16,-29 59 15,59 0 1,29 29-1,29 0-15,-58-88 16,29 58-16,-59-58 16,30 0-1,29 118-15,-29-118 16,-59 58-16,88-58 0,-88 59 16,59-59-1,-59 59-15,88-59 16,-30 59-16,30-59 15,59 0-15,29 0 0,0 58 16,-29-58 0,-30 0-16,1 0 0,-30 0 15,0 0-15,0 88 16,59-88-16,-30 0 16,30 0-16,-30 0 0,30 0 15,29 0 1,-59 0-16,-29 0 15,30 0-15,-30 0 0,0 0 16,59 0 0,-30 0-16,30 59 15,29-59-15,0 0 16,29 88-16,-29-88 0,1 0 0,28 59 16,-29-59-1,29 0-15,-28 88 16,28-88-16,-88 0 0,1 0 15,29 0 1,29 0-16,0 0 16,-30 0-16,-28 0 0,29 0 15,-59 0-15,0 0 16,0 0 0,0 0-16,29 0 15,-58 0-15,29 0 16,0 0-16,0 0 15,0 0-15,29 0 16,-29 0-16,-29 0 16,0 0-16,-1 0 15,-28 0-15,29 0 0,58 0 16,-29 0-16,0 0 16,29 0-16,30 0 15,-30 0-15,30-29 16,0 29-16,-30-89 15,1 89-15,-30-58 16,0 58-16,-29-59 16,-1 59-16,60-59 15,-30 59-15,0-88 16,0 88-16,58-88 16,-28 88-16,-30-117 0,0 117 15,-29-88-15,58 29 16,-29 59-16,0-117 15,0 58-15,-29 59 16,0-88-16,-1 88 16,1-59-16,0-58 15,-1-30 1,-58 118 0,0-30-16,0 0 15,88-58 1,-88 29-16,0 0 15,0 0 1,-29 88 0,29-59-16,-59 59 15,59-59-15,-88 59 16,0-88-16,59 88 16,-89-117-16,30 58 15,-58-29-15,58 29 0,-30 59 16,30-88-1,-58 88-15,-1-117 16,29 117-16,-28-118 0,58 118 16,-30-58-16,1 58 15,-30-59 1,-29 59-16,-59 0 16,-29-88-16,29 88 0,59 0 15,30-88 1,-1 88-16,29 0 0,-58 0 0,0 0 15,-29-59-15,87 59 32,-28-88-32,-1 88 0,-29-59 15,-59 59-15,30-117 16,58 117-16,30 0 16,-30 0-16,29 0 15,-28-88-15,28 88 16,-28 0-16,-31 0 0,-57 0 15,-60 0 1,1 0-16,-59 0 0,-1 0 0,1 0 16,0 0-1,0 0-15,58 0 16,30 0-16,30 0 16,57 0-16,60 0 0,0 0 15,58 29 1,0-29-16,59 59 0,-58 0 15,58 58-15,0-29 0</inkml:trace>
  <inkml:trace contextRef="#ctx0" brushRef="#br0" timeOffset="19045.23">7395 7367 0,'-58'0'0,"-1"0"250,0 0-203,1 0 15,-1 0-30,59 29-17</inkml:trace>
  <inkml:trace contextRef="#ctx0" brushRef="#br0" timeOffset="20714.95">7278 7426 0,'-59'0'78,"1"0"-62,58 29 15,-59-29-31,0 0 31,1 59-15,-1 29 15,59-59-15,-59-29 15,59 59-31,-58-59 47,58 58-31,0 1 15,0 0-15,0 29 15,0-29-16,-59-59 1,59 58-16,0 1 0,0 0 31,0-1 1,0 1-17,29-59 1,-29 59-1,0 0 1,59-59 0,-59 58-1,59-58 1,-1 0 0,-58 59-1,30-59 1,58 59-1,0-59 17,-30 0-17,-58 58-15,59-58 0,0 0 32,-30 0-17,30 0 1,-1 0-1,1 0 1,0 0 15,0 0 1,-1 0-1,1 0-16,0 0 1,-59-29 0,58 29 15,-58-59-31,59 59 16,-59-58-1,59 58 1,-59-59-1,0 0 1,0 0 15,0 1-15,0-1 0,29 59-16,-29-88 0,0 29 15,0 1 1,0-1-1,0 0 1,0 0-16,0 30 47,0-30-47,-29-29 16,29 59-1,-59-59 1,59 59-1,-59 29 1,59-59-16,-58 59 16,58-59-1,-59 59-15,-58 0 16,29 0-16,-59 59 16,0 29-16,88-29 15,59-1-15,-58 1 16</inkml:trace>
  <inkml:trace contextRef="#ctx0" brushRef="#br0" timeOffset="25136.08">9743 7484 0,'0'-29'0,"-58"29"94,-1 0-31,-29 0-48,29 0 1,-29 0 15,88 59-31,-59-59 16,59 58-16,-58-58 31,58 59-15,-59-59-16,59 59 15,-59-59 1,59 88-16,-58-30 31,58 1-15,-59 29-16,59 0 15,0-29 17,0 0-17,0-30 1,0 30-1,29 58 1,59-29 0,-29 0-1,0 0 1,-59-29 0,58-59-16,-58 29 15,59-29 1,0 0-1,-1 0 1,-58 59-16,59-59 0,0 0 16,0 0 15,-59 59-31,88-59 0,0 0 16,0 0-1,0 88 1,-30-88-1,60 0 1,-30 0 0,-29 0-1,29-59-15,-30 59 16,-58-59 0,88 59-16,30-58 15,-60 58 1,-58-59-16,30 59 15,-30-59 1,58 59 0,-58-58-16,0-1 15,59 59-15,-59-29 16,0-30 0,59 59-1,-59-59 1,0 0-1,0 1 1,0-1 0,0 0-1,0-29 1,0 30 15,0-30-31,-30-30 16,-28 1-1,-30-1 1,0 30 0,-30 0-1,89 88 1,-59-59-16,0 59 16,0 0-16,-30 0 0,1 0 15,29 0 1,0 59-16,29 0 15,-29 29-15,30 0 16,58 59-16,-147-30 16</inkml:trace>
  <inkml:trace contextRef="#ctx0" brushRef="#br0" timeOffset="26923.54">18401 7748 0,'-59'0'0,"59"30"15,-59-30-15,59 88 16,-58-29-16,58-1 31,117-58 0,-29 0-15,-88-29 0,0-59-16,0 29 15,0 0 1,0 1-16,-29-30 15,-30 88 1,59-59-16,0 88 31,0 59-15,29-88 0</inkml:trace>
  <inkml:trace contextRef="#ctx0" brushRef="#br0" timeOffset="27121.4">18489 7836 0,'0'59'0,"0"0"16,0 0 0,0-1-1,58-58 1,-58 59-16,88-59 15,-29 0 1</inkml:trace>
  <inkml:trace contextRef="#ctx0" brushRef="#br0" timeOffset="27534.57">18870 8071 0,'-29'0'0,"29"88"15,0-29 1,59 0 0,29-59-1,-30 0 1,-58-59 0,0-29-1,-29-29 1,-30 117-16,1-59 31,58 88 0,0 30-31,29-59 16</inkml:trace>
  <inkml:trace contextRef="#ctx0" brushRef="#br0" timeOffset="27836.94">19604 7807 0,'29'29'31,"59"-29"-15,30 0 0,-60 0-1</inkml:trace>
  <inkml:trace contextRef="#ctx0" brushRef="#br0" timeOffset="27951.28">19633 8071 0,'0'30'16,"88"-30"0,-29 0-1,0 0-15</inkml:trace>
  <inkml:trace contextRef="#ctx0" brushRef="#br0" timeOffset="28316.18">20308 7836 0,'0'-58'0,"59"58"16,0-59-1,-1 59-15,1-59 16,29-58 0,-88 29-1,0 29 1,-29 59 15,29 59-31,0 0 16,0-1-16,0 30 15,0 30-15,0-30 16,0-29 0,0-1-16</inkml:trace>
  <inkml:trace contextRef="#ctx0" brushRef="#br0" timeOffset="28498.19">20396 8159 0,'-58'0'15,"87"0"1,30 0-16,29 0 0,0 0 31,58-58-31,-87 58 16</inkml:trace>
  <inkml:trace contextRef="#ctx0" brushRef="#br0" timeOffset="36463.23">18870 8658 0,'30'0'78,"28"0"-46,1 0-32,29 0 0,0 0 0,-29 0 15</inkml:trace>
  <inkml:trace contextRef="#ctx0" brushRef="#br0" timeOffset="36579.23">18929 8893 0,'117'88'16,"30"-88"-1,-59 0 1</inkml:trace>
  <inkml:trace contextRef="#ctx0" brushRef="#br0" timeOffset="38410.86">14908 8600 0,'88'0'16,"-29"0"-16,0 0 15,-30 0-15,30 0 16</inkml:trace>
  <inkml:trace contextRef="#ctx0" brushRef="#br0" timeOffset="38563.15">14938 8864 0,'88'0'47,"0"0"-47,-88-30 15</inkml:trace>
  <inkml:trace contextRef="#ctx0" brushRef="#br0" timeOffset="40379.14">13412 8834 0,'-30'0'16,"-28"0"15,-1 0-15,0 0 15,-29 0-31,-29 0 16,58-29-1,-58-59 1,29-29-1,-30 58 1,30 0-16,0-29 31,29 88-31,59-29 16,0 88 46,0 29-46</inkml:trace>
  <inkml:trace contextRef="#ctx0" brushRef="#br0" timeOffset="40721.15">12414 8453 0,'-30'0'0,"-28"0"31,58 29 1,0-58 14,0-59-14,29 88-17,-29-59 1,59 59 0,58 0-1,-58 0-15,29 0 16,0 0-16,59 0 0,-89 29 15</inkml:trace>
  <inkml:trace contextRef="#ctx0" brushRef="#br0" timeOffset="59691.83">6867 9832 0,'0'-58'15,"-29"58"17,29-59-32,-59 118 62,59 29-46,0 29-1,0-29-15,0-29 16,0 0 0,30-59-16,116-88 31,-87 0-31,0-30 15,-59 30-15,0 29 16,0 1-16,0-1 16,-30 59-1,-58 0 1,30 88-16,58-29 31,0-1-31</inkml:trace>
  <inkml:trace contextRef="#ctx0" brushRef="#br0" timeOffset="59884.88">7073 9921 0,'0'58'15,"0"1"1,58-59-16,-58 59 15,88-59 1,-29 0-16</inkml:trace>
  <inkml:trace contextRef="#ctx0" brushRef="#br0" timeOffset="60382.84">7689 10214 0,'59'0'31,"-59"-29"-16,58 29-15,-58-59 16,0 0-16,0 89 63,0 58-48,0-30 16,0 30-15,0 1-16,0-31 16</inkml:trace>
  <inkml:trace contextRef="#ctx0" brushRef="#br0" timeOffset="60541.09">7777 10537 0,'-59'0'0,"89"0"47,116 0-32,-87 0 1</inkml:trace>
  <inkml:trace contextRef="#ctx0" brushRef="#br0" timeOffset="61358.48">7542 10302 0,'-29'0'16,"88"0"46,-1-59-62,-58 1 32,59 58-32,-59-59 15,59 59 1,58 0-1,-58 0 1</inkml:trace>
  <inkml:trace contextRef="#ctx0" brushRef="#br0" timeOffset="61904.04">7718 10566 0,'30'0'63,"87"59"-16,-88-59-47</inkml:trace>
  <inkml:trace contextRef="#ctx0" brushRef="#br0" timeOffset="62570.03">7542 10273 0,'30'29'31,"28"-29"-15,1-29 0,-59-30-1,59 59-15,-59-59 16,58 59 0,-58-58-16,0 87 78,0 59-63,0-29 1,0 29 0,59-88-16,-59 59 0</inkml:trace>
  <inkml:trace contextRef="#ctx0" brushRef="#br0" timeOffset="62885.99">7836 10596 0,'29'0'47,"59"0"-16</inkml:trace>
  <inkml:trace contextRef="#ctx0" brushRef="#br0" timeOffset="63522.16">8922 10067 0,'58'30'47,"30"-30"-32,-29 0-15,0 0 16,-59 58 0</inkml:trace>
  <inkml:trace contextRef="#ctx0" brushRef="#br0" timeOffset="63619.44">8922 10302 0,'0'59'0,"29"-59"16,30 0-1,29 0-15,29 0 16,-88 0-16</inkml:trace>
  <inkml:trace contextRef="#ctx0" brushRef="#br0" timeOffset="67524.97">10213 10038 0,'0'-29'32,"-30"29"15,30 58-16,-58 1-31,58 0 15,29 58 1,59-117-16,-29 0 16,0 0-1,-1-88-15,-58 29 16,88 1-16,-88-1 16,0 0-16,0 1 15,-29-31 1,-59 89-1,29 0-15,59 59 32,0 0-32,59 0 15</inkml:trace>
  <inkml:trace contextRef="#ctx0" brushRef="#br0" timeOffset="67684.45">10565 10185 0,'0'58'31,"0"1"-15,0 0-1,59-59-15,-1 59 16,60-59 0</inkml:trace>
  <inkml:trace contextRef="#ctx0" brushRef="#br0" timeOffset="67991.56">11123 10331 0,'-59'0'15,"59"59"-15,0 59 16,0-30-1,59-88 1,-1 0 0,-58-30-16,88-28 15,-88-60 1,0 89 0,-88 29-16,0 0 15,88 59 1</inkml:trace>
  <inkml:trace contextRef="#ctx0" brushRef="#br0" timeOffset="68322.55">12267 10097 0,'0'58'62,"0"1"-62,0 0 16,0 29-16</inkml:trace>
  <inkml:trace contextRef="#ctx0" brushRef="#br0" timeOffset="68514.88">12062 10097 0,'-59'0'15,"118"0"16,-1 0-31,30 0 16,30 0-16,-30 0 16,0 0-16</inkml:trace>
  <inkml:trace contextRef="#ctx0" brushRef="#br0" timeOffset="68908.14">12854 9862 0,'59'0'31,"-1"29"-15,-58 30 15,59-59-31,-59 88 0,0-29 16,-59-1-16,-58 60 31,117-60-16,117-58 1,-58 0 0,29 0-16,-29-29 15</inkml:trace>
  <inkml:trace contextRef="#ctx0" brushRef="#br0" timeOffset="69464.03">12296 9862 0,'0'29'62,"0"30"-62,0 29 16,0 0-16</inkml:trace>
  <inkml:trace contextRef="#ctx0" brushRef="#br0" timeOffset="74415.45">7073 11535 0,'-30'0'0,"-28"0"47,-30 59-16,29 87 0,59-87-31,0 29 16,29-88-16,59 0 15,-29 0 1,0 0 0,-59-59-16,88 1 15,-88-30-15,0-59 0,0 59 0,0 29 16,-30 59-1,1 0-15,-30 0 16,-58 0 0,117 59-1,0 0 1</inkml:trace>
  <inkml:trace contextRef="#ctx0" brushRef="#br0" timeOffset="74595.99">7219 11770 0,'0'117'16,"0"-29"0,0-29-1,59-59-15,-59 59 16,117-59-16</inkml:trace>
  <inkml:trace contextRef="#ctx0" brushRef="#br0" timeOffset="74956.88">7718 11887 0,'118'0'15,"-60"59"16,-58 88-15,0-118 0,-29 59-16,29 0 15,29-88 17,59 0-17,0 0-15,0-29 16</inkml:trace>
  <inkml:trace contextRef="#ctx0" brushRef="#br0" timeOffset="75516.25">9068 11828 0,'59'0'47,"0"0"-32,58 0 1,-117 59 0</inkml:trace>
  <inkml:trace contextRef="#ctx0" brushRef="#br0" timeOffset="78260.66">10330 11799 0,'-29'0'15,"-30"0"17,59 59-17,0 0-15,0-1 16,0 1-1,29-59-15,-29 29 16,89-29-16,-31 0 16,1-29-16,58-30 0,-58 1 15,-59-31-15,59-28 16,-59 29-16,0 0 16,-30 29-16,-87 1 15,88 58 1,-30 0-16,59 29 0,-117-29 15,117 88-15,0-29 16,0-1-16,0 1 16,29-59-1</inkml:trace>
  <inkml:trace contextRef="#ctx0" brushRef="#br0" timeOffset="78458.55">10770 11828 0,'0'59'15,"0"0"-15,30-59 32,-30 29-32,88-29 0,0 0 15</inkml:trace>
  <inkml:trace contextRef="#ctx0" brushRef="#br0" timeOffset="78845.11">11416 11828 0,'0'30'47,"0"29"-47,0-1 0,0 1 15,0 0 1,0-1-16,0 1 15</inkml:trace>
  <inkml:trace contextRef="#ctx0" brushRef="#br0" timeOffset="79231.42">12032 11799 0,'-58'0'15,"87"0"17,30 0-17,29 0-15,0 0 16,-30 0-1,1 0-15</inkml:trace>
  <inkml:trace contextRef="#ctx0" brushRef="#br0" timeOffset="79458.66">12179 11594 0,'-59'0'16,"59"88"15,0 0-15,0 59-16,0-30 15,0 30-15,0-30 0,0-58 16</inkml:trace>
  <inkml:trace contextRef="#ctx0" brushRef="#br0" timeOffset="80151.5">12619 11594 0,'30'0'16,"28"0"-1,-58 58 1,0 1-16,0 29 16,0 0-1,-29-29 1,29 0-16,-59-59 15,59 58-15,88 1 16,-29-59 0,29 0-1,0-59-15,29 1 16</inkml:trace>
  <inkml:trace contextRef="#ctx0" brushRef="#br0" timeOffset="80854.52">11886 11799 0,'88'0'47,"29"0"-47,-29 0 15,-29 0-15,-1 59 16</inkml:trace>
  <inkml:trace contextRef="#ctx0" brushRef="#br0" timeOffset="82272">8393 10860 0,'-29'0'47,"88"0"140,-59 59-187,117-59 16,-88 0-16,89 58 15,-30-58-15,0 88 16,-29-88-16,29 88 16,0-29-1,-30-59 1,-58 59-16,59-59 0,0 0 15,-1 0 1</inkml:trace>
  <inkml:trace contextRef="#ctx0" brushRef="#br0" timeOffset="82618.46">9303 11124 0,'29'59'31,"30"-59"-31,0 58 16,-1-58-16,1 88 15,0-88-15,-59 89 16,59-89-16,-59 58 16,-30-58-1,-29 59-15,1-59 16,-30 0-1</inkml:trace>
  <inkml:trace contextRef="#ctx0" brushRef="#br0" timeOffset="85877.05">13881 11828 0,'59'0'47,"0"0"-47,-1 0 0,1 0 15,0 0-15,-59 59 16,58-59-16</inkml:trace>
  <inkml:trace contextRef="#ctx0" brushRef="#br0" timeOffset="86020.88">13911 12210 0,'29'0'16,"30"0"-16,-1-59 16,1 59-16</inkml:trace>
  <inkml:trace contextRef="#ctx0" brushRef="#br0" timeOffset="86492.73">14879 11828 0,'-59'0'0,"59"118"16,0-30-1,0-29 1,59-59-1,88 0-15,-89 0 0,1-88 32,0 29-32,-59-29 0,58 0 15,-58 29-15,0 0 16,-29 59-16,29-58 16,-88 58-16,29 0 15,-29 0 1,88 58-16,-58 1 15,58 29-15,0 30 16,0-60-16</inkml:trace>
  <inkml:trace contextRef="#ctx0" brushRef="#br0" timeOffset="86693.31">15202 12005 0,'-30'0'0,"30"58"47,59-58-47,0 0 16,0 88-16,-1-88 16,-58 30-16</inkml:trace>
  <inkml:trace contextRef="#ctx0" brushRef="#br0" timeOffset="87610.05">15877 12151 0,'-59'0'0,"59"30"31,0 28-31,29-58 15,30 0-15,0 0 16,0 0-16,29 0 16,-88-58-1,0-1 1,0 0 0,-59 59-16,0 0 15,0 0-15,1 0 16,-1 0-1</inkml:trace>
  <inkml:trace contextRef="#ctx0" brushRef="#br0" timeOffset="88008.71">16376 11770 0,'0'58'78,"0"1"-78,0 0 0,0 0 15,0-1-15,0 30 16</inkml:trace>
  <inkml:trace contextRef="#ctx0" brushRef="#br0" timeOffset="88217.9">16200 12034 0,'58'0'31,"1"0"-31,29 0 31,-29 0-31,-1 0 16</inkml:trace>
  <inkml:trace contextRef="#ctx0" brushRef="#br0" timeOffset="88678.28">17080 11623 0,'0'-59'0,"59"59"15,-1 0-15,1 0 16,0 0-16,29 30 16,-88 58-1,0-30 1,0 1-16,-59 0 15,-29 58-15,147-117 47,58 0-47,-29 0 16,-29 0-16,0 0 16</inkml:trace>
  <inkml:trace contextRef="#ctx0" brushRef="#br0" timeOffset="89178.34">18107 11887 0</inkml:trace>
  <inkml:trace contextRef="#ctx0" brushRef="#br0" timeOffset="89555.43">18547 11564 0,'59'0'15,"0"0"1,-59 118 15,0-60-31,0 1 16,-88 0-16,88 0 15,-59-59-15,59 58 16,29-58-16,59 0 16,30 0-16,-1 0 15,-29 0-15,30-29 16</inkml:trace>
  <inkml:trace contextRef="#ctx0" brushRef="#br0" timeOffset="92491.1">18078 11740 0,'-59'0'0,"59"-58"15,0 87 64,0 0-79,0 30 0,0 0 15,0 0-15,0-1 16,0 1-1,29-59-15</inkml:trace>
  <inkml:trace contextRef="#ctx0" brushRef="#br0" timeOffset="92714.41">17960 11858 0,'0'-59'47,"59"59"-47,29 0 16,-29 0-1,0 0-15</inkml:trace>
  <inkml:trace contextRef="#ctx0" brushRef="#br0" timeOffset="93348.33">20191 11623 0,'29'0'31,"30"0"-15,29 0-16,0 0 0,0 0 16,29 0-1</inkml:trace>
  <inkml:trace contextRef="#ctx0" brushRef="#br0" timeOffset="93434.01">20250 11887 0,'117'0'16,"0"0"0</inkml:trace>
  <inkml:trace contextRef="#ctx0" brushRef="#br0" timeOffset="93864.93">21511 11564 0,'-29'0'0,"0"0"31,29 59-31,0 0 16,0 29-1,0-30-15,29 1 16,30-59-16,-30 0 16,59-59-16,-29-29 15,-59 0-15,59 30 16,-59-1-16,0 0 0,0 1 16,-30 58-16,-28-59 15,-31 59-15,31 0 16,58 29-16,-59 30 15,59 0-15,-59-1 16</inkml:trace>
  <inkml:trace contextRef="#ctx0" brushRef="#br0" timeOffset="94027.95">21658 11828 0,'0'59'16,"0"0"-1,59-59 1,-59 29-16,117-29 16,-58 0-1,0 88-15,-1-88 0</inkml:trace>
  <inkml:trace contextRef="#ctx0" brushRef="#br0" timeOffset="94315.57">22216 11975 0,'-88'30'15,"88"58"1,0-30 0,29-58-16,30 0 15,-1 0 1,60-29-16,-118-30 15,0-87 1,-88 87-16,29 59 16,0 0-16,59 29 31</inkml:trace>
  <inkml:trace contextRef="#ctx0" brushRef="#br0" timeOffset="94718.67">23243 11447 0,'0'59'47,"0"-1"-47,0 1 16,0 29-1,0-29-15,0-1 16,0 1-16</inkml:trace>
  <inkml:trace contextRef="#ctx0" brushRef="#br0" timeOffset="94928.57">22949 11740 0,'-29'0'0,"88"0"47,58 0-47,-29 0 0,0 0 16,0 0 0,0 0-16</inkml:trace>
  <inkml:trace contextRef="#ctx0" brushRef="#br0" timeOffset="95359.68">23830 11447 0,'59'0'0,"-59"-59"16,117 59-1,-29 0-15,-29 59 16,-59 58-1,0-58 1,-118 0-16,30 29 16,30-88-16,58 88 15,-59-88-15,59 59 16,29-59 0,30 0-16,0 0 15,-1 0-15,-28 0 16,28 0-16,1 0 15</inkml:trace>
  <inkml:trace contextRef="#ctx0" brushRef="#br0" timeOffset="95480.29">24417 11858 0</inkml:trace>
  <inkml:trace contextRef="#ctx0" brushRef="#br0" timeOffset="95805.81">24886 11388 0,'59'0'16,"-59"30"15,0 28-31,0 1 0,0 29 16,-88 29-16,88-58 15,-59 0-15,59 29 16,30-29 0,87-59-1,0 0-15,30 0 16,-29-30 0,-1 30-16</inkml:trace>
  <inkml:trace contextRef="#ctx0" brushRef="#br0" timeOffset="99376.46">24945 11418 0,'-29'0'31,"-59"0"16,88 58-31,-59-58-1,59 59 1,59-59-1,-1 0 1,30 0-16,-29 0 16</inkml:trace>
  <inkml:trace contextRef="#ctx0" brushRef="#br0" timeOffset="135549.34">7102 14822 0,'0'59'31,"0"0"-15</inkml:trace>
  <inkml:trace contextRef="#ctx0" brushRef="#br0" timeOffset="135685.25">7161 15204 0,'0'59'16</inkml:trace>
  <inkml:trace contextRef="#ctx0" brushRef="#br0" timeOffset="142327.57">13529 15233 0,'0'-58'15</inkml:trace>
  <inkml:trace contextRef="#ctx0" brushRef="#br0" timeOffset="188002.96">9098 12239 0,'0'-58'79,"-30"58"-17,60 0 1,28 0-48,1 0 1,-59 29-1</inkml:trace>
  <inkml:trace contextRef="#ctx0" brushRef="#br0" timeOffset="188454.9">9068 12210 0,'30'0'31,"28"0"-15,30 0-16,0 0 0,0 0 15,-29 0-15,0 0 16,-1 0 0,-58 59-1</inkml:trace>
  <inkml:trace contextRef="#ctx0" brushRef="#br0" timeOffset="188845.33">9244 11975 0,'0'-58'0,"30"58"47,58 0-31,29 0-1,-58 58-15,58-58 16,-29 0-1</inkml:trace>
  <inkml:trace contextRef="#ctx0" brushRef="#br0" timeOffset="190305.01">9743 13619 0,'-29'0'0,"29"-59"16,-59 59-1,0 0-15,-29 0 16,88 59-1,-58-59-15,58 147 16,0-59 0,29-29-1,88-59 1,1 0-16,-30 0 16,-29-30-16,-1-29 15,-58-29 1,-29 30-1,-30 58 1,1 0 0,87 0 15</inkml:trace>
  <inkml:trace contextRef="#ctx0" brushRef="#br0" timeOffset="190444.66">9978 13854 0,'0'59'16,"-59"-59"0,59 88-16,0-30 15,30 1 1,116-59 0,-87 0-16,0 0 15</inkml:trace>
  <inkml:trace contextRef="#ctx0" brushRef="#br0" timeOffset="191007.1">10448 14030 0,'88'0'32,"-30"0"-32,1 0 15,0 0 1,-1 0-16,1 0 16,-59 29-1,-29-29 1,-30 0-16,0 59 15,1-59-15,-1 0 16,59 59 0,59 29-1,-1-88 1,1 0 0,-59 58-16,59-58 15,-59 30 1,-118-30-1,30 0-15,0 88 16,0-88-16,30 0 0,-1 59 16</inkml:trace>
  <inkml:trace contextRef="#ctx0" brushRef="#br0" timeOffset="194725.07">7131 8776 0,'0'-59'0,"-58"59"31,87 0 63,30 0-94,29 29 15,-30-29 1,30 0-1,0 0 1,1 59-16,-60-59 16,88 0-16,-29 0 0,0 0 15,0 88 1,-29-88-16,0 0 16,-1 0-16,1 0 15,0 0-15,0 0 0,-1 0 16,1 0-1,0 0-15,-1 59 0,1-59 16,29 0-16,-29 0 16,-1 0-16,1 0 15,0 0-15,0 0 16,-1 0-16,30 59 16,0-59-16,0 0 15,30 0-15,-89 0 16,59 58-16,0-58 15,0 0-15,0 0 16,0 0-16,30 0 0,-30 0 16,-30 0-16,1 0 15,0 0 1,-30 0-16,89 0 0,-30 0 16,0 0-16,0 0 15,0 0-15,29 0 16,-29 0-16,30 0 15,-1 0-15,-29 0 16,0 0-16,0 0 16,0 0-16,-29 0 15,-1 0-15,31 0 16,-31 0 0,60 0-1,-89 0 1,30 0-16,-1 0 0,1 0 15,0 0-15,-1 0 16,-58 59 78</inkml:trace>
  <inkml:trace contextRef="#ctx0" brushRef="#br0" timeOffset="195913.84">11798 13883 0,'0'-59'15,"146"59"32,-87 0-47,0 0 16,-1 0-1,-58 30 1</inkml:trace>
  <inkml:trace contextRef="#ctx0" brushRef="#br0" timeOffset="196061.94">11798 14030 0,'0'59'16,"29"-59"-16,30 0 15,-1 0-15,1 0 16,0 58-16,-1-58 16</inkml:trace>
  <inkml:trace contextRef="#ctx0" brushRef="#br0" timeOffset="196458.38">13089 13824 0,'-59'0'15,"59"59"1,-88 0 0,88 29-16,29-88 15,59 59-15,0-59 16,1 0-16,28 0 15,0-59-15,-58 59 16,-59-147-16,59 88 16,-59 1-16,-30-1 15,-28 59-15,-60-88 16,1 88-16,29 0 16,0 0-16,0 29 15,88 59 1</inkml:trace>
  <inkml:trace contextRef="#ctx0" brushRef="#br0" timeOffset="196665.21">13441 14001 0,'59'0'31,"-59"29"-15,88 88 0,-30-117-16,1 88 15,0-88-15,-1 0 16</inkml:trace>
  <inkml:trace contextRef="#ctx0" brushRef="#br0" timeOffset="197052.28">14145 13971 0,'88'0'32,"-88"30"-32,59-30 15,-59 58-15,0 30 16,0-29-1,-29-59 1,29 59 15,88-59-31,0 0 16,-30 0 0,1 0-16</inkml:trace>
  <inkml:trace contextRef="#ctx0" brushRef="#br0" timeOffset="197527">14879 13971 0,'29'0'32,"30"0"-17,-30 0-15,30 0 16,58 0-1,-58 0-15,29 0 16,-29 0-16,0 0 16</inkml:trace>
  <inkml:trace contextRef="#ctx0" brushRef="#br0" timeOffset="197717.69">15231 13913 0,'-59'-59'0,"59"176"47,0-58-32,0-30-15,0 30 16,0 0-16</inkml:trace>
  <inkml:trace contextRef="#ctx0" brushRef="#br0" timeOffset="198180.6">15759 13384 0,'59'0'31,"0"59"-15,-59 0-16,0-1 15,0 1-15,0 0 16,0-1-16,-59 1 0,0-59 15,59 59 1,88-59 0,59 0-1,-29 0-15,28 0 16,-28 0-16,-30 0 0,-30 0 16</inkml:trace>
  <inkml:trace contextRef="#ctx0" brushRef="#br0" timeOffset="204681.49">17696 13619 0,'0'-59'16,"-29"59"-1,58 0 32,89 0-31,-60 0-1,1 0-15,0 30 16,-1-30-16</inkml:trace>
  <inkml:trace contextRef="#ctx0" brushRef="#br0" timeOffset="204803.44">17696 13824 0,'0'30'15,"30"-30"-15,28 0 0,60 0 16,28 0-16,-57 0 16</inkml:trace>
  <inkml:trace contextRef="#ctx0" brushRef="#br0" timeOffset="206287.46">7483 12680 0,'59'0'16,"29"0"-1</inkml:trace>
  <inkml:trace contextRef="#ctx0" brushRef="#br0" timeOffset="206423.95">7513 12915 0,'88'0'31,"-29"0"-31,29 0 16</inkml:trace>
  <inkml:trace contextRef="#ctx0" brushRef="#br0" timeOffset="207847.1">22040 12386 0,'-30'0'0,"30"-59"31,-58 59-15,58 30 62,58-30-78,1 0 16,0 0-16,29 0 15,0 0-15,59 0 16,-30 59-16,59-59 16,29 0-16,-28 0 15,-1 0-15,29 88 16,-29-88-16,0 0 15,0 0-15,-29 88 16,-30-88-16,-29 0 0,-29 0 16,0 0-1,0 58-15</inkml:trace>
  <inkml:trace contextRef="#ctx0" brushRef="#br0" timeOffset="211795.76">21541 12269 0,'0'-30'31,"-59"30"63,-58 88-78,58-88-1,59 59-15,-88-59 16,88 30-16,-88-30 16,29 0-16,1 88 15,-1-88-15,0 58 0,0-58 16,1 59-16,-1-59 15,59 59 1,-88-59-16,88 58 16,-88-58-16,-29 59 15,29-59 1,0 59 0,-30-59-1,59 0 1,30 0-1,-30 0 1,1 0 15,58 59-31,-59-59 16,0 0 0,1 0-1,-1 0 1,0 0-1,59 58-15,-58-58 16,-1 0 0,59 59 15,59-59-15</inkml:trace>
  <inkml:trace contextRef="#ctx0" brushRef="#br0" timeOffset="212090.31">19575 12826 0,'-59'0'15,"0"30"1,-29 58-1,88-29 1,0-1-16,-59 1 16,59 0-16,0-1 15,0 1 1,88 0 0,-58-59-16,28 0 15,1 59-15,59-59 16,-60 0-16</inkml:trace>
  <inkml:trace contextRef="#ctx0" brushRef="#br0" timeOffset="213061.66">19398 13736 0,'-58'0'15,"-1"59"1,59 0-16,0 0 16,0-1-16,0 1 15,59-59-15,-1 59 16,30-59-16,1 0 16,28 0-16,-29-30 15,-29 30-15,-59-88 16,58 88-16,-58-147 15,0 89-15,-88-30 16,30 88 0,-30 0-16,29 0 15,-29 0-15,88 29 16,0 59 0,59-88-16</inkml:trace>
  <inkml:trace contextRef="#ctx0" brushRef="#br0" timeOffset="213226.46">19956 13913 0,'0'58'16,"0"1"0,88 0-1,29-59 1,-58 0-1,0 58-15</inkml:trace>
  <inkml:trace contextRef="#ctx0" brushRef="#br0" timeOffset="213561.85">20426 14089 0,'-30'0'0,"30"58"31,88 1-15,-29-59-16,-30 0 16,30 0-16,0 0 15,-1-29 1,-58-30-1,-58-29 1,-1 88-16,0 0 16,1 0-16,-1 0 15,0 0-15,1 29 16,58 59 0,29-88-1</inkml:trace>
  <inkml:trace contextRef="#ctx0" brushRef="#br0" timeOffset="214008.92">21541 13678 0,'-59'0'16,"118"88"46,-59-30-46,0-28-1,0 29-15,0-1 0,0 30 16</inkml:trace>
  <inkml:trace contextRef="#ctx0" brushRef="#br0" timeOffset="214218.52">21335 13824 0,'59'0'16,"29"0"0,0 0-16,0 0 15,-29 0-15,0 0 16,-1 0-16</inkml:trace>
  <inkml:trace contextRef="#ctx0" brushRef="#br0" timeOffset="214596.61">22157 13472 0,'59'0'15,"29"0"1,-29 59-1,-59 29 1,0 0 0,0-29-16,-89-1 15,89 1 1,30-59 0,58 0-1,0 0-15,0 0 16,0 0-16,-88-29 15</inkml:trace>
  <inkml:trace contextRef="#ctx0" brushRef="#br0" timeOffset="-214667.35">22949 13854 0,'59'0'15,"-59"-59"-15,0 88 47</inkml:trace>
  <inkml:trace contextRef="#ctx0" brushRef="#br0" timeOffset="-214318.44">23243 13531 0,'0'-59'0,"29"59"15,1 0 1,28 0 0,30 88-16,-29-88 0,-59 88 15,59-29-15,-59 0 16,-88 29-1,29-88-15,59 59 16,0-1 15,88-58-15,0 0-16,0 0 16,-29 0-16</inkml:trace>
  <inkml:trace contextRef="#ctx0" brushRef="#br0" timeOffset="-213919.11">24622 13795 0,'59'0'15,"29"0"1,29 0-16,-58 0 0,-30 0 16,89 0-1</inkml:trace>
  <inkml:trace contextRef="#ctx0" brushRef="#br0" timeOffset="-213714.46">24886 13560 0,'0'59'47,"0"0"-47,0 29 16,0 0-16,30 29 15,-30-29-15,0-29 16</inkml:trace>
  <inkml:trace contextRef="#ctx0" brushRef="#br0" timeOffset="-213296.07">25444 13355 0,'29'0'16,"89"0"-1,-60 59-15,1 29 16,-59-30-1,0 1-15,0 0 16,0-1-16,-59-58 0,1 88 16,87-88 15,59 0-15,29 0-16,60 0 15,-1 0-15,-30-58 16</inkml:trace>
  <inkml:trace contextRef="#ctx0" brushRef="#br0" timeOffset="-209762.78">27146 13384 0,'0'-29'31,"0"-30"16,59 59 0,29 0-32,59-59-15,-59 59 16,29 0-16,-58 0 15</inkml:trace>
  <inkml:trace contextRef="#ctx0" brushRef="#br0" timeOffset="-209612.85">27264 13443 0,'29'0'16,"30"0"-1,-1 0 1,1 0-16,29-29 16</inkml:trace>
  <inkml:trace contextRef="#ctx0" brushRef="#br0" timeOffset="-209252.86">27821 13296 0,'-29'0'16,"29"59"-1,0 29 1,88-29-1,0-59-15,0 0 16,-29 0 0,-1-59-16,60-29 15,-118 29-15,0 0 16,-118-58 0,60 117-16,-30 0 15,-1 0-15,31 0 16,58 29-16,0 89 15,0-60-15</inkml:trace>
  <inkml:trace contextRef="#ctx0" brushRef="#br0" timeOffset="-209032.29">28291 13531 0,'0'88'47,"0"0"-31,58-88-16,-58 88 15,88-88-15</inkml:trace>
  <inkml:trace contextRef="#ctx0" brushRef="#br0" timeOffset="-208712.56">28702 13678 0,'-59'0'16,"59"88"-16,0-30 16,0 1-16,29 29 15,30-88 1,0 0-16,-1 0 0,1 0 16,0-58-1,-59-1-15,0 0 0,0 0 16,-30 1-1,-28 58-15,-1 0 16,0 0-16,59 29 16,-58-29-16,58 88 15,0-29 1</inkml:trace>
  <inkml:trace contextRef="#ctx0" brushRef="#br0" timeOffset="-208360.51">29611 13355 0,'0'88'32,"0"-29"-17,0-30 1,0 30-16,0-1 15,0 1-15,0 0 16,0-1-16</inkml:trace>
  <inkml:trace contextRef="#ctx0" brushRef="#br0" timeOffset="-208159.39">29376 13531 0,'30'0'47,"58"0"-47,-29 0 16,29 0-16,0 0 15,29 0-15,0 0 16,-29 0-16</inkml:trace>
  <inkml:trace contextRef="#ctx0" brushRef="#br0" timeOffset="-207410.62">30492 13120 0,'88'0'47,"-88"-59"-47,88 59 15,0 0 1,0 0 0,-29 30-16,-59 28 46,-30-58-46,-28 59 16,-1-59-16,59 59 16,-88-59-16,88 58 15,0 1 17,88 0-17,-29-59 1,-59 59-16,0-1 47,-30-58-32,-87 0 1,117 59 0,-59-59-1</inkml:trace>
  <inkml:trace contextRef="#ctx0" brushRef="#br0" timeOffset="-207258">31255 13472 0,'0'30'47</inkml:trace>
  <inkml:trace contextRef="#ctx0" brushRef="#br0" timeOffset="-206877.62">31519 13120 0,'117'0'16,"-58"0"-16,0 29 15,-1-29 1,-58 147-16,0-59 16,0 0-16,-58 30 15,-1-60-15,0 1 16,265-59 15,-89 0-15,30 0-16,-30 0 15,-29 0-15,-88-29 16</inkml:trace>
  <inkml:trace contextRef="#ctx0" brushRef="#br0" timeOffset="-198254.4">9685 15498 0,'58'0'15,"-58"-59"17,-29 59 77,29 88-93,0-29-16,-59-1 0,59 1 15,0 29 1,30-29 15,116-59-15,-87-59-16,0-29 15,-1 29-15,-58 1 16,88-1-16,-88 0 0,0 1 0,0-1 31,-29 59-31,-30 0 16,1 0-16,-1 0 16,0 59-16,59-1 15,0-28-15,0 87 0,0-58 16,0-1-16</inkml:trace>
  <inkml:trace contextRef="#ctx0" brushRef="#br0" timeOffset="-198106.14">10037 15820 0,'-30'0'15,"30"118"16,30-118-31,28 59 0,89-1 16,-88-58 0,0 0-16</inkml:trace>
  <inkml:trace contextRef="#ctx0" brushRef="#br0" timeOffset="-197726.17">10682 15762 0,'0'-59'0,"-58"88"31,58 30-31,0 0 0,0 29 15,0 0-15,0-29 16,58-59-16,1 58 16,29-58-16,-29 0 15,-59-29 1,0 0 0,-30 58 30,30 30-46,0-1 16,0-28-16,0 28 16,0 1-16</inkml:trace>
  <inkml:trace contextRef="#ctx0" brushRef="#br0" timeOffset="-197450.05">11621 15556 0,'59'0'31,"29"0"-31,0 0 16,0 0-16,-29 0 15,0 0-15</inkml:trace>
  <inkml:trace contextRef="#ctx0" brushRef="#br0" timeOffset="-197330.11">11533 15850 0,'30'0'16,"58"0"-16,29 0 0,30 0 15,-30 0-15,-29 0 16</inkml:trace>
  <inkml:trace contextRef="#ctx0" brushRef="#br0" timeOffset="-196883.95">12883 15674 0,'-58'0'16,"-1"0"-1,59 29 1,0 0-16,0 30 16,0 0-16,59-59 15,-1 0 16,89-118-15,-59 60-16,-29-30 0,0-30 16,-59 30-16,58 88 15,-58-88-15,-29 88 16,-30 0 0,0 0-16,1 59 15,-1 0-15,59 58 16,-59-29-16,59-29 0</inkml:trace>
  <inkml:trace contextRef="#ctx0" brushRef="#br0" timeOffset="-196690.08">13265 15791 0,'0'29'32,"59"-29"-17,-30 0 1,30 0-16,29 59 0,-59-59 16</inkml:trace>
  <inkml:trace contextRef="#ctx0" brushRef="#br0" timeOffset="-196118.17">14087 15674 0,'-88'-30'0,"146"-28"47,30 58-31,-29 0-16,0 29 15,-59 30 17,0-1-17,-30-58-15,-28 147 16,-30-59-1,88-29-15,0 0 16,29-1-16,-29 1 0,117-59 16,-117 59-1,59-59-15,-147 0 47,29 0-31,1 0-1,28 0-15</inkml:trace>
  <inkml:trace contextRef="#ctx0" brushRef="#br0" timeOffset="-195782.82">14879 15850 0,'29'0'32,"59"0"-17,30 0 1,-30 0-16,0 0 16,-29 0-16,29 0 15</inkml:trace>
  <inkml:trace contextRef="#ctx0" brushRef="#br0" timeOffset="-195636.67">15202 15644 0,'-59'0'0,"59"88"31,29-29-15,-29 59-16,0-30 0,0 0 15,59-88 1</inkml:trace>
  <inkml:trace contextRef="#ctx0" brushRef="#br0" timeOffset="-195242.45">15994 15498 0,'59'0'31,"0"0"-15,-1 58-16,-58 60 31,0-30-15,0-30 0,176-58 30,-29 0-46,-59 0 16,0 0-16,0 0 16</inkml:trace>
  <inkml:trace contextRef="#ctx0" brushRef="#br0" timeOffset="-194167.65">28232 14441 0,'59'0'16,"-59"-59"-1,-30 59-15,30 30 63,30-30-48,-60 0 17,-28 0 14,-1-30 1,88 30-15,59 0-17,88 0-15,59 0 16,88 0-16,-30 0 15,1 0-15,-59 59 16,-89-59-16,-28 0 0,29 0 16,-30 0-1,-58 0-15,-1 59 0,-116-59 63,-1 0-63</inkml:trace>
  <inkml:trace contextRef="#ctx0" brushRef="#br0" timeOffset="-193031.01">17726 15762 0,'117'-59'31,"-29"59"-31,0 0 0,-29 0 16,0 0-16,-59 117 15,58-58-15,-58 0 16</inkml:trace>
  <inkml:trace contextRef="#ctx0" brushRef="#br0" timeOffset="-192897.39">17931 16114 0,'147'0'16,"-59"0"-1,-29 0-15</inkml:trace>
  <inkml:trace contextRef="#ctx0" brushRef="#br0" timeOffset="-192579.19">18929 15879 0,'-59'0'15,"59"59"1,0 29 0,30-88-1,58 0-15,29 0 16,-29 0-16,-29 0 0,-1 0 31,-58-147-31,0 88 16,0 1-16,-88 58 0,88-59 15,-117 59 1,29 0-16,29 0 0,1 29 16,58 30-1,29-59 1,0 0-16</inkml:trace>
  <inkml:trace contextRef="#ctx0" brushRef="#br0" timeOffset="-192420.91">19193 15967 0,'0'59'16,"-29"-59"-1,29 59-15,88-1 16,-30-58-16,30 0 16,0 0-16,1 0 15,-31 0-15</inkml:trace>
  <inkml:trace contextRef="#ctx0" brushRef="#br0" timeOffset="-192136.23">19868 15997 0,'0'58'16,"88"-58"-1,-59 0 1,30 0-16,0 0 16,-1 0-16,-58-29 15,59 29-15,-59-88 16,-29 29-16,-30 59 16,-29 0-1,0 0-15,-29 0 16,58 30-16,59 58 15,0-30 1,29-58-16</inkml:trace>
  <inkml:trace contextRef="#ctx0" brushRef="#br0" timeOffset="-191753.43">20954 15615 0,'-29'0'0,"29"29"31,0 1-15,0 28-1,0 1-15,0 59 16</inkml:trace>
  <inkml:trace contextRef="#ctx0" brushRef="#br0" timeOffset="-191594.94">20660 15791 0,'0'-29'0,"30"29"16,28 0-16,1 0 31,0 0-31,29 0 0,0 29 0,0-29 31,-29 59-31</inkml:trace>
  <inkml:trace contextRef="#ctx0" brushRef="#br0" timeOffset="-190860.51">21864 15351 0,'-30'-59'0,"30"30"16,30 29-16,28 0 15,-28 0 1,28 0-16,1 0 16,0 0-16,-1 0 15,-58 58 1,0 1 0,-58 29-1,-30-88-15,0 88 16,29 0-16,59-29 31,59 0-15,-1-59-16,1 0 15,0 58-15,-1-58 16,-58 59 0,-58-59-1,-30 0 1,0 0-1,29 0-15,0 0 16</inkml:trace>
  <inkml:trace contextRef="#ctx0" brushRef="#br0" timeOffset="-190724.45">22627 15791 0,'-30'0'0,"-28"59"47</inkml:trace>
  <inkml:trace contextRef="#ctx0" brushRef="#br0" timeOffset="-190396.51">22803 15380 0,'58'0'31,"1"0"-31,0 0 15,0 88-15,29 0 16,-88 30 0,0-60-16,-59-58 15,59 118-15,-59-118 16,118 0 15,58 0-15,-29 0-16,0 0 0,0 0 15,0 0-15</inkml:trace>
  <inkml:trace contextRef="#ctx0" brushRef="#br0" timeOffset="-189813.79">24417 15321 0,'0'-58'15,"88"175"32,-88-29-31,0 30-16,59-30 0,-59 0 15,0 0 1,0-29-16</inkml:trace>
  <inkml:trace contextRef="#ctx0" brushRef="#br0" timeOffset="-189663.9">24299 15732 0,'59'-88'16,"29"88"0,0 0-1,0 0-15,0 0 0,0 59 16</inkml:trace>
  <inkml:trace contextRef="#ctx0" brushRef="#br0" timeOffset="-189243.85">25092 15410 0,'0'-59'0,"59"59"15,-1 0 1,1 29-16,58 59 0,-117-29 16,0 0-1,-29 58 1,29-88-16,0 30 31,59-59-15,29 0-16,0 0 15,-30 59-15,1-59 16,0 0-16</inkml:trace>
  <inkml:trace contextRef="#ctx0" brushRef="#br0" timeOffset="-188666.85">26853 15703 0,'-59'0'0,"0"0"0,1 0 16,-1 0-1,88 0 17</inkml:trace>
  <inkml:trace contextRef="#ctx0" brushRef="#br0" timeOffset="-188488.03">26618 15732 0,'117'0'15,"30"-29"1,29 29-16,-59 0 15,-28 0 1,28 29-16,-58-29 0,-59 59 16</inkml:trace>
  <inkml:trace contextRef="#ctx0" brushRef="#br0" timeOffset="-188374.48">26823 15997 0,'0'-30'16,"30"30"-16,58 0 0,58 0 15,1 30 1,-29-30 0,-30 0-16</inkml:trace>
  <inkml:trace contextRef="#ctx0" brushRef="#br0" timeOffset="-187545.51">28437 15410 0,'0'-30'31,"-58"30"-15,58-59 15,-59 118 16,0 29-32,1 30-15,-30-30 0,88 0 16,0-30-16,0 1 16,29-59 15,118-117-15,-147 58-16,88 0 15,-88 1-15,0-1 16,0 0-16,0 118 47,0 0-32,58-1-15,-58 1 16,59 29-16,-59-59 16,88-29-16,-88 118 15,88-118-15</inkml:trace>
  <inkml:trace contextRef="#ctx0" brushRef="#br0" timeOffset="-187272.15">28790 15762 0,'-30'0'0,"30"88"15,0-29-15,0-1 16,88 1-1,-58-59-15,28 0 16,1 0-16,-59-29 16,59-30-16,-59 0 15,0 0-15,-30 1 16,-58-1-16,30 59 31,58 59-15,0 29-1,29-88-15</inkml:trace>
  <inkml:trace contextRef="#ctx0" brushRef="#br0" timeOffset="-187044.23">29376 15468 0,'0'30'47,"59"28"-47,-59 30 16,0 0-16,0-29 16,59 0-1</inkml:trace>
  <inkml:trace contextRef="#ctx0" brushRef="#br0" timeOffset="-186875.23">29230 15674 0,'88'0'16,"29"0"-16,-29 0 15,0 0 1,0 0-16,-29 0 0,-59 29 15</inkml:trace>
  <inkml:trace contextRef="#ctx0" brushRef="#br0" timeOffset="-186529.32">29817 15410 0,'0'58'62,"0"1"-62,0 0 16,0-1 0,0 1-16,58-59 0,1 59 0,0-59 31,-1 0-31,31 0 15,-89-59-15,58 59 16,-58-59-16,0 147 47,0 0-31,0 30-16,0-59 15,0-1-15,0-28 16,59-30-1</inkml:trace>
  <inkml:trace contextRef="#ctx0" brushRef="#br0" timeOffset="-186374.43">30609 15732 0,'0'59'16</inkml:trace>
  <inkml:trace contextRef="#ctx0" brushRef="#br0" timeOffset="-186117.54">30844 15380 0,'0'-59'16,"59"59"0,29 30-1,-88 29-15,0-1 16,0 30-16,-30 30 16,30-60-16,-58-58 15,58 59-15,58-59 16,89 0-1,-30 0-15,30 0 16,-30 0 0,60 0-16</inkml:trace>
  <inkml:trace contextRef="#ctx0" brushRef="#br0" timeOffset="-183664.34">8716 16408 0,'-29'0'16,"29"-30"-16,29 148 47,-29-60-47,59 1 15</inkml:trace>
  <inkml:trace contextRef="#ctx0" brushRef="#br0" timeOffset="-183568.72">8775 16789 0,'-30'0'16,"30"88"-16</inkml:trace>
  <inkml:trace contextRef="#ctx0" brushRef="#br0" timeOffset="-183468.31">8481 17229 0,'30'0'16</inkml:trace>
  <inkml:trace contextRef="#ctx0" brushRef="#br0" timeOffset="-182613.96">8569 18110 0,'-58'0'16,"-30"0"-1,88 29 1,0 30-16,0 0 0,0-1 15,117 1 1,-29-59 0,0 0-16,0-59 0,0 1 15,-88-1-15,59 0 16,-59 1-16,0-1 16,-88-29-1,-30 88 1,1 29-16,117 59 15,0 0 1,88-88 0</inkml:trace>
  <inkml:trace contextRef="#ctx0" brushRef="#br0" timeOffset="-182440.27">8922 18198 0,'-30'0'0,"-29"0"15,59 59 1,0-1 0,59 1-1,29-59 17,-29 0-32</inkml:trace>
  <inkml:trace contextRef="#ctx0" brushRef="#br0" timeOffset="-181787">9362 18345 0,'0'29'16,"0"30"15,0 0-15,29-59-16,30 0 31,-59-30-31,58 30 15,-58-88-15,59 88 16,-59-59-16,59 59 31,-59 30-15,0 58 0,0 29-16,59-58 31</inkml:trace>
  <inkml:trace contextRef="#ctx0" brushRef="#br0" timeOffset="-181256.12">10360 18139 0,'-59'0'0,"176"0"47,-29-88-32,0 88-15,0 0 16,-29 0-16,0 0 0,29 0 15</inkml:trace>
  <inkml:trace contextRef="#ctx0" brushRef="#br0" timeOffset="-181119.99">10594 18286 0,'-29'0'0,"117"0"46,0 0-46,0 0 0,29 0 16</inkml:trace>
  <inkml:trace contextRef="#ctx0" brushRef="#br0" timeOffset="-179488.83">11944 17904 0,'0'-58'16,"59"-1"0,-59 0-1,0 89 17,-29 28-17,29 1-15,0 0 16,0 0-1,58-59-15,1 0 16,0 0 0,-1 0-16,1-59 15,0-88-15,-59 88 0,0 1 16,-30-1 15,-28 59-31,-30 0 0,0 29 16,29-29-1,59 59-15,0 29 16,0-29-16</inkml:trace>
  <inkml:trace contextRef="#ctx0" brushRef="#br0" timeOffset="-179322.47">12384 18022 0,'-29'0'0,"29"117"47,88-58-32,-29-59-15,0 59 16,-1-59-16</inkml:trace>
  <inkml:trace contextRef="#ctx0" brushRef="#br0" timeOffset="-178985.42">12825 18227 0,'0'30'15,"0"28"1,0 1 0,29-59-16,0 0 0,30 0 15,58-59 1,-58 59-16,-59-88 16,59 30-16,-59-30 15,-59 88 1,0 0-16,1 0 15,-1 0-15,59 29 16,-59 30-16,59 29 16</inkml:trace>
  <inkml:trace contextRef="#ctx0" brushRef="#br0" timeOffset="-176484.04">13940 18081 0,'-59'-30'0,"0"-28"31,118-31 16,0 89-47,0 0 16,29 0-16,0 0 15,0 0-15,29 0 16,-58 89-16,-1-89 16</inkml:trace>
  <inkml:trace contextRef="#ctx0" brushRef="#br0" timeOffset="-176248.07">14233 17846 0,'0'-59'0,"-58"59"32,58 88-17,0-29-15,0 29 16,0 59-16,29-59 15,-29 29-15,0-88 16</inkml:trace>
  <inkml:trace contextRef="#ctx0" brushRef="#br0" timeOffset="-175532.98">14204 17904 0,'0'-58'16,"0"-1"15,29 0 1,59-29-17,-88 59 16,-29 29-15,29-59 0,-59 59 15,59 88-15,0 0-16,0 30 15,0-30-15,30 59 16,-30-118-16</inkml:trace>
  <inkml:trace contextRef="#ctx0" brushRef="#br0" timeOffset="-174819.68">14938 17816 0,'0'59'47,"29"0"-32,59-59 32,-88-59-47,88 59 16,-88-88-16,59 88 0,-1 0 31,-58 29-15,0 30-1,0 0-15,0 0 16,0-30-16,0 30 16,0-1-16</inkml:trace>
  <inkml:trace contextRef="#ctx0" brushRef="#br0" timeOffset="-174647.34">15759 17934 0,'0'59'31</inkml:trace>
  <inkml:trace contextRef="#ctx0" brushRef="#br0" timeOffset="-174352.27">15935 17728 0,'0'-58'0,"89"-30"15,-31 88 1,60 0-16,-30 0 16,-30 0-16,-58 117 15,0-58-15,0-1 0,0 1 16,-58 29-16,-1-29 16,59 0 15,205-59-16,1-59 1,-89 59-16,30 0 0,-30 0 16,-29 0-16</inkml:trace>
  <inkml:trace contextRef="#ctx0" brushRef="#br0" timeOffset="-168570.92">18841 8746 0,'59'0'0,"-1"0"16,-58-29-16,59 29 15,0 0-15,-1 0 16,1 0-16,29 0 0,-29 0 16,-1 0-1,-28 0-15,28 0 16</inkml:trace>
  <inkml:trace contextRef="#ctx0" brushRef="#br0" timeOffset="-168369.42">18665 8923 0,'117'0'15,"-29"0"1,59-30-16,-30 30 0,30 0 15,-30 0-15,1 0 16,-30 0-16</inkml:trace>
  <inkml:trace contextRef="#ctx0" brushRef="#br0" timeOffset="-167440.98">17696 17640 0,'59'0'31,"0"-29"-15,29 29-16,-30 0 16,30 0-1</inkml:trace>
  <inkml:trace contextRef="#ctx0" brushRef="#br0" timeOffset="-167329.89">18019 17758 0,'88'0'31,"-58"0"-15,28 0-16,30-30 16</inkml:trace>
  <inkml:trace contextRef="#ctx0" brushRef="#br0" timeOffset="-166965.41">19134 17288 0,'59'-59'31,"0"59"-15,29-58-16,-30 58 15,-58-59-15,59 59 16,-59-59-16,-29 59 47,29 59-32,0 29 1,0 0-16,0 30 0,0-89 16,0 30-1,0-1-15,0 1 0</inkml:trace>
  <inkml:trace contextRef="#ctx0" brushRef="#br0" timeOffset="-166790.28">19164 17670 0,'146'0'31,"-28"0"-15,29 0-16,-59 0 15,0 0 1</inkml:trace>
  <inkml:trace contextRef="#ctx0" brushRef="#br0" timeOffset="-166405.28">20073 17699 0,'59'0'31,"0"0"-31,29 0 16,0 0 0,-29 0-16,58-59 15</inkml:trace>
  <inkml:trace contextRef="#ctx0" brushRef="#br0" timeOffset="-166249.23">20367 17494 0,'-59'29'47,"59"30"-47,0 29 15,0 0-15,0 0 16,0 0-16,0-29 0</inkml:trace>
  <inkml:trace contextRef="#ctx0" brushRef="#br0" timeOffset="-165840.66">21247 17083 0,'30'0'31,"87"0"-15,-58 29-1,-59 30 1,0 29 0,-30-30-16,-87 60 15,117-59 1,0-1-1,59-58 1,-1 0-16,1 0 16,29 0-1,-29 0-15</inkml:trace>
  <inkml:trace contextRef="#ctx0" brushRef="#br0" timeOffset="-165455.83">22040 17347 0,'0'59'47,"0"-1"-47,0 1 16,58-59 31,1-88-32,58 0 1,-28 88-16,-31 0 31,-58 29-15,0 30-1,0 29-15,0 29 0,0-58 16</inkml:trace>
  <inkml:trace contextRef="#ctx0" brushRef="#br0" timeOffset="-161478.66">8335 17611 0,'29'-88'16,"30"88"15,29 0-15,0 0-1,29 0 1,-29 0-16,0 0 16,-29 0-1,0 0 1,-59-29-1,88 29-15,-30 0 16,1 0 0,0-88-16,-1 88 0,1 0 0,0 0 15,-1 0 1,1 0-16,-30 0 16,89 0-16,-30 0 15,0 0-15,59 0 16,-59 0-16,29 0 15,30-59-15,0 59 16,-30 0-16,-29 0 16,0 0-16,29 0 0,-29 0 15,1 0-15,-1 0 0,0 0 16,-30 0 0,89 0-1,-59 0 1,0-59-16,-29 59 15,0 0 1,-1 0 0,1 0-16,0 0 0,-1 0 15,30 0-15,-29 0 32,29 0-17,-29 0-15,29 0 16,88 0-16,29 0 15,-29 0-15,-88 0 16,0 0-16,-29 0 0,0 0 16,0 0-1,29 0-15,0 0 16,29 0-16,-88 0 16,30 0-16,0 0 0,58 0 15,-87 0 1,116 0-1,-87 0-15,29 0 16,0 0 0,0 0-16,29 0 0,-28 0 15,-1 0 1,-30 0-16,30 0 16,0 0-16,30 0 15,-30 0-15,0 0 16,0 0-16,59 0 15,-30-88-15,30 88 16,-59 0-16,0 0 0,-30 0 16,31 0-1,57 0 1,-87 0-16,29 0 16,0 0-16,0 0 15,59 0-15,29 0 16,0 0-16,0 0 15,-29 0-15,-59 0 16,0 0-16,0 0 16,59 0-16,-30 0 0,30 0 15,-30 0-15,30 0 16,-30 0-16,30 0 16,-30 0-16,30 0 15,-59 0-15,-29 0 16,0 0-16,-1 0 15,1 0-15,-59-59 16,88 59-16,0 0 16,-29-58-1,-1 58 1,30 0 0,-29 0-16,0 0 15,0 0-15,-1 0 16,1 0-16,0 0 15,-1-59-15,1 59 16,29 0 0,-29 0-16,88 0 15,-118 0 1,88 0-16,-29 0 16,30 0-16,28 0 15,-28 0-15,-1 0 16,-29 0-16,0 0 15,0 0-15,0 0 16,30 0-16,58 0 0,0 0 16,0 0-16,-59 0 15,30 0-15,-29 0 16,-1 0-16,-29 0 16,0 0-16,0 29 15,29-29-15,1 0 16,58 0-16,29 88 15,-29-88-15,-58 0 0,29 0 16,-59 0 0,0 0-16,29 0 15,-58 0-15,-30 0 0,30 0 16,-1 0 15,-58 88-15,0-29-1,0 88-15,-29 29 0,29 117 16,0 1-16,0 0 0,0-1 16,59-176-1</inkml:trace>
  <inkml:trace contextRef="#ctx0" brushRef="#br0" timeOffset="-159498.52">9068 17552 0,'-29'0'15,"29"-58"-15,0-1 47,-59 59-16,1 0 1,-1 0-17,29 0 1,30 29 0,-117-29-16,29 0 15,0 0 1,29 0-1,1 0 1,-30 0 0,29 0-1,0 0-15,0 0 16,1 59-16,-1-59 0,0 0 16,1 59-16,-30-59 15,29 0 1,59 58-1,-59-58 1,1 0 0,58 59-16,-59-59 15,59 59 1,0 29 0,59-88-1,-59 117-15,88 30 16,-88 29-16,0 88 15,-59 30-15,59-59 16,0-1-16,-88 31 0</inkml:trace>
  <inkml:trace contextRef="#ctx0" brushRef="#br0" timeOffset="-140072.64">19134 7367 0,'0'-30'32,"0"-28"-17,0-1 1,0 0 15,-29 59-31,-30 0 31,-29 0-31,0 0 32,0 0-17,29 0-15,1 0 16,-1 0-16,-29 0 0,-29 0 0,58-58 15,-29 58 1,0 0 0,0 0-16,-59 0 0,59 0 0,0 29 31,-29-29-31,58 88 16,0 0-16,59-59 15,-58 60-15,58-60 0,0 30 16,0-1-16,-59 1 15,59 0-15,0-1 16,0 1-16,0 0 16,0 88-1,29-89-15,-29 1 16,88 0-16,-29-59 16,0 88-16,-1-88 15,30 117-15,-58-117 16,58 88-16,-30-88 0,1 59 15,29-59-15,0 59 16,30-59-16,-30 0 16,29 88-16,30-88 15,29 0-15,0 0 16,0 0-16,29 0 16,-87 58-16,87-58 15,-87 0-15,28 0 16,-28 0-16,58 0 0,0 0 15,59 0 1,-30 0-16,-87 0 16,28-29-16,-58 29 0,-29 0 15,0-59-15,-1 59 16,1-58 0,58-30-16,-28 88 0,-1-88 15,0 88-15,0-89 16,-30 89-16,1-117 15,-59 29 1,59 88-16,-59-88 16,58-29-16,-58 28 15,59 89 1,-59-88-16,0 0 16,-59 88-1,-58-117 1,-30 58-16,1-29 0,-31 29 15,-28-29-15,-59 0 16,-88 0-16,-147 0 16,59 88-16,58-88 0,89 88 15,-30 88 1,0 88-16,88-88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32:45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5899 2670 0,'-59'0'16,"0"0"-1,89 0 32,-30 59-31,117-59-16,-58 0 15,-1 0-15,1 0 0,0 59 16,0-59 0,-1 0-16,30 0 15,-88-30 17,-29 30-17</inkml:trace>
  <inkml:trace contextRef="#ctx0" brushRef="#br0" timeOffset="831.66">7777 4021 0,'0'-30'16,"-59"30"15,-29 59-16,88 58 1,0-58 0,30-59-1,116 0-15,-87 0 16,0 0 0,-1-59-16,1-29 0,-59 30 15,0-60 1,-29 1-1,-30 117-15,0 0 16,1 0-16,-1 0 16,0 29-1,59 89 1,30-118 0,-30 58-16</inkml:trace>
  <inkml:trace contextRef="#ctx0" brushRef="#br0" timeOffset="1019.57">8041 4197 0,'-29'58'0,"29"30"31,0-29-15,29-59-16,-29 59 0,59-59 15,-1 0 1</inkml:trace>
  <inkml:trace contextRef="#ctx0" brushRef="#br0" timeOffset="1405.48">8393 4432 0,'0'-59'16,"0"88"-1,0 30 1,0 0-1,59-59 1,-30 0 0,59-59-1,-29 0 1,0 59 0,-1 0 15,-58 30-16,0 58 1,59-88 0,-59 58-16</inkml:trace>
  <inkml:trace contextRef="#ctx0" brushRef="#br0" timeOffset="1980.44">9714 4197 0,'59'0'31,"-1"0"-31,1 0 16,0 0-16,-1 0 15</inkml:trace>
  <inkml:trace contextRef="#ctx0" brushRef="#br0" timeOffset="2089.66">9773 4549 0,'29'0'31,"30"0"-31,58 0 16,-88 0-16,30 0 15</inkml:trace>
  <inkml:trace contextRef="#ctx0" brushRef="#br0" timeOffset="4010.05">11064 3844 0,'0'-29'16,"59"29"15,-1 0-31,1-59 16,0 59-16,-1 0 15,-58 30-15,59-30 16,-59 88-16,0-29 15,0 29-15,-88 29 16,29-58-16,1-1 16,-1 1-16,59 0 31,29-59-15,59 0-16,0 0 15,0 0-15,0 0 16,-29 0-16,0 0 0,-1-30 31</inkml:trace>
  <inkml:trace contextRef="#ctx0" brushRef="#br0" timeOffset="4509.37">11798 3551 0,'29'0'47,"-29"117"-47,0-58 15,59-59 1,-1-59 15,-58-29-15,59 88-1,-59-58-15,59 58 16,-59 88 15,0-59-31,0 30 16,58 29-16,-58-59 15</inkml:trace>
  <inkml:trace contextRef="#ctx0" brushRef="#br0" timeOffset="4893.47">12326 4050 0,'-59'0'0,"59"88"16,0-29-1,0-1 1,59-58-1,-1 0 1,1 0-16,0-29 16,58-88-16,-117 29 31,0 29-31,-29 59 16,29-59-16,-147 59 15,88 0-15,1 30 16,58 58-1,0-30 1</inkml:trace>
  <inkml:trace contextRef="#ctx0" brushRef="#br0" timeOffset="5068.33">12561 4255 0,'0'59'16,"58"0"-1,30-59 1,-88 59 0,88-59-16,-88 58 31,88-58-31</inkml:trace>
  <inkml:trace contextRef="#ctx0" brushRef="#br0" timeOffset="5369.1">13001 4402 0,'0'30'16,"-59"28"-16,59 1 15,0 29-15,29-88 16,59 0-1,-29 0-15,0-29 16,29-59 0,-88 29-16,0-29 15,-29 88 1,-89 0 0,30 0-16,29 0 31,59 117-31</inkml:trace>
  <inkml:trace contextRef="#ctx0" brushRef="#br0" timeOffset="7047.02">13822 4197 0,'89'0'32,"-31"-30"-32,1 30 15,0 0-15,-1 0 16,1 0-16,29 0 15,0 0 1</inkml:trace>
  <inkml:trace contextRef="#ctx0" brushRef="#br0" timeOffset="7193.2">14145 3933 0,'-58'0'16,"58"29"0,0 30-1,0 29-15,0 29 0,0 59 16,29-58 0</inkml:trace>
  <inkml:trace contextRef="#ctx0" brushRef="#br0" timeOffset="8644.27">14762 2670 0,'29'0'31,"59"-58"-31,0 58 0,0 0 0,0 0 31,-29 0-31,-1 0 0</inkml:trace>
  <inkml:trace contextRef="#ctx0" brushRef="#br0" timeOffset="9348.53">17579 2758 0,'59'0'31,"58"0"-15,-29 0-16,0 0 0,0 0 16,-29 0-16</inkml:trace>
  <inkml:trace contextRef="#ctx0" brushRef="#br0" timeOffset="10175.48">23918 2700 0,'59'0'0,"29"0"16,58 0-16,-58 0 0,0 0 16,1 0-1,-31-30-15</inkml:trace>
  <inkml:trace contextRef="#ctx0" brushRef="#br0" timeOffset="12714.65">15084 3786 0,'30'0'31,"28"0"0,1 0-15,0 0-1,0 0 1,29 0 0,-30 0-16,-58 58 15,0 1 17,-88-59-17,30 88-15,-31 0 16,89-29 31,0-30-16,30-29-15,-30 118-16,59-118 0,-59 58 15,58-58-15,-58 30 31,-117 58-15,58-88 0,-29 0-16,29 59 15,-58-59 1</inkml:trace>
  <inkml:trace contextRef="#ctx0" brushRef="#br0" timeOffset="13061.01">15906 4373 0</inkml:trace>
  <inkml:trace contextRef="#ctx0" brushRef="#br0" timeOffset="13827.69">16581 3639 0,'-29'0'47,"-89"0"-31,89 0 0,-30 0-16,1 0 15,-1 29-15,0-29 16,59 59 15,0 0-15,0 88-16,0-89 15,0 30-15,0 30 16,30 87-16,-30-29 16,0 59-16,0 0 15,0-59-15,0-29 16,-30-59-16,30-29 15,0 29 1,59-88 0,0 0-16,-1 0 15,1 0-15,29 0 16,0 0-16,0 0 16,-29 0-16</inkml:trace>
  <inkml:trace contextRef="#ctx0" brushRef="#br0" timeOffset="14852.4">17197 4285 0,'0'-59'15,"0"0"1,59 59 0,0 0-1,-1 0-15,31 0 16,-89 88 0,0-29-16,0 29 15,0 0-15,-59 0 16,-29-29-16,29 29 15,0-29 1,59-1 0,30-58-1,116 0-15,-116 0 16,29 0-16,-1 0 16,1 0-16,0 0 15</inkml:trace>
  <inkml:trace contextRef="#ctx0" brushRef="#br0" timeOffset="15301.88">17814 4197 0,'0'58'47,"58"-58"-32,-58 59-15,59-59 16,0 0 15,-1-29-15,1-59 0,-59 29-1,0 118 32,59-59-47,-59 88 16,0-30-1</inkml:trace>
  <inkml:trace contextRef="#ctx0" brushRef="#br0" timeOffset="15553.86">18401 4197 0,'58'0'47,"1"0"-31,0 0-16,-1 0 0,-28 0 15,28 0-15</inkml:trace>
  <inkml:trace contextRef="#ctx0" brushRef="#br0" timeOffset="15703.94">18958 4079 0,'0'-58'0,"0"87"32,0 118-17,0-59 1,0 0-16</inkml:trace>
  <inkml:trace contextRef="#ctx0" brushRef="#br0" timeOffset="16523.93">19310 4813 0,'0'-29'0,"59"29"15,58 0 1,1 0-16,-30 0 15,-29 0-15,29 0 16</inkml:trace>
  <inkml:trace contextRef="#ctx0" brushRef="#br0" timeOffset="16687.88">19692 4608 0,'-29'0'47,"29"58"-47,0 1 0,0 0 16,0 29-1,0 29-15,0-29 0</inkml:trace>
  <inkml:trace contextRef="#ctx0" brushRef="#br0" timeOffset="17143.13">20338 4343 0,'117'0'31,"-58"0"-31,-1 0 16,-58 89 0,-29-1-1,-30-30-15,1 1 16,-1 58 0,118-117-1,29 0 1,0 0-1,0 0-15,58 0 0,-57 0 16,-31 0-16</inkml:trace>
  <inkml:trace contextRef="#ctx0" brushRef="#br0" timeOffset="17639.39">21013 3962 0,'0'-59'0,"0"118"47,29 0-47,-29-1 15,0 1 1,59-59-16,-1 0 31,1-59-15,-59 1-16,59 58 15,-59-88-15,58 117 47,-58 30-31,0-1-1,0 1-15,0 0 16</inkml:trace>
  <inkml:trace contextRef="#ctx0" brushRef="#br0" timeOffset="17848.57">21688 4021 0,'58'0'0,"1"0"16,0 0-16,-1 0 16,1 0-16,0 0 15</inkml:trace>
  <inkml:trace contextRef="#ctx0" brushRef="#br0" timeOffset="18135.91">22157 3815 0,'29'0'0,"89"0"15,-118 29 1,59-29-16,-59 89 16,-89 57-1,-28-58 1,117-29 0,88-59-1,0 59 1,0-59-16,0 0 15</inkml:trace>
  <inkml:trace contextRef="#ctx0" brushRef="#br0" timeOffset="19086.83">23038 4549 0,'-59'0'0,"147"0"47,-29 0-47,29 0 15,0 0-15,-30 0 16,1 0-16,-59 59 16,88-59-16</inkml:trace>
  <inkml:trace contextRef="#ctx0" brushRef="#br0" timeOffset="19249.9">23419 4520 0,'-59'0'0,"59"58"32,0 1-17,0 29-15,0 0 16,0 59-16,59-59 0</inkml:trace>
  <inkml:trace contextRef="#ctx0" brushRef="#br0" timeOffset="19438.24">24329 4578 0,'88'0'31</inkml:trace>
  <inkml:trace contextRef="#ctx0" brushRef="#br0" timeOffset="19574.41">24886 4608 0,'59'0'15,"0"0"1,-1 0-16</inkml:trace>
  <inkml:trace contextRef="#ctx0" brushRef="#br0" timeOffset="19668.04">25268 4608 0</inkml:trace>
  <inkml:trace contextRef="#ctx0" brushRef="#br0" timeOffset="20325.25">23184 4608 0,'59'-30'46,"58"30"-30,-29 0 0,0 0-1,-29 30 1</inkml:trace>
  <inkml:trace contextRef="#ctx0" brushRef="#br0" timeOffset="20573.43">23448 4343 0,'-58'30'32,"58"29"-17,0-1-15,0 60 16,0-30-16</inkml:trace>
  <inkml:trace contextRef="#ctx0" brushRef="#br0" timeOffset="21325.51">25767 4490 0,'58'0'0,"1"0"15,0 0-15,0 0 0,29 0 32</inkml:trace>
  <inkml:trace contextRef="#ctx0" brushRef="#br0" timeOffset="21550.93">25972 4343 0,'0'-58'0,"0"87"31,-58-29-31,58 88 15,0-29 1,0 0-16,0-1 0,0 1 16,0 0-1,58-1-15</inkml:trace>
  <inkml:trace contextRef="#ctx0" brushRef="#br0" timeOffset="21943.65">26559 4197 0,'88'0'0,"-29"0"0,0 0 32,-59 58-32,0 60 15,0-89 1,-30-29-16,-28 118 15,58-60 1,29-58 0,59 0-1,-29 0-15,29 0 16,0 0 0</inkml:trace>
  <inkml:trace contextRef="#ctx0" brushRef="#br0" timeOffset="22275.33">27117 3962 0,'0'59'31,"0"29"-15,29-88-16,30 0 16,0 0-16,-1 0 15,-58-59 1,0-29 0,-117 0-1,58 88 1,0 0-1,30 0 1,29 29-16</inkml:trace>
  <inkml:trace contextRef="#ctx0" brushRef="#br0" timeOffset="23010.47">27293 3463 0,'59'0'15,"-59"-59"1,58 59 62,-58 30-78,30-30 47,58 58-32,-30-58-15,30 0 16,0 0-16,0 0 16,-29 0-16,0 0 15,-59-29 17,-30 29 14,30 117-30,0-29-16,0 30 16,0 58-16,0 0 0,0 88 15,0-88-15,0-58 16,30 28-16,-30-57 16,0-31-16,-30 1 15,-28-59 1,-30 0-16,-88 0 15,58 0-15,60 0 16</inkml:trace>
  <inkml:trace contextRef="#ctx0" brushRef="#br0" timeOffset="26950.71">9861 6927 0,'-59'0'0,"88"0"47,89-59-31,-60 59-1,30 0-15,-29 0 32,-59 29-32</inkml:trace>
  <inkml:trace contextRef="#ctx0" brushRef="#br0" timeOffset="27064.96">9890 7073 0,'59'0'31,"-1"0"-15,1 0-16</inkml:trace>
  <inkml:trace contextRef="#ctx0" brushRef="#br0" timeOffset="27763.14">11123 6780 0,'-118'-59'0,"118"0"31,29 59-31,30 0 16,0 0-16,0 0 15,29 0 1,-88 88-16,0-29 15,0 29 1,-30 0-16,-28-29 16,-1-59-16,59 88 15,-59-88-15,89 88 32,58-88-32,29 0 15,-29 0 1,0 0-16,0-59 0,-29 59 15</inkml:trace>
  <inkml:trace contextRef="#ctx0" brushRef="#br0" timeOffset="28214.93">11827 6310 0,'0'29'32,"0"60"-17,0-31 1,117-58 15,-117-58-15,59 58-16,-59-89 15,59 31 1,-1 87 15,-58 89-15,59-60 0,-59 1-16</inkml:trace>
  <inkml:trace contextRef="#ctx0" brushRef="#br0" timeOffset="28583.28">12326 6809 0,'-59'118'15,"59"-60"-15,0-28 16,0 87 0,59-117-16,-1 0 15,60 0 1,-59-29-16,-1-59 0,1 29 15,-59 0-15,0 0 16,0 30 0,0-30-16,-59 59 15,1 0-15,-1 30 16,-29 58 0</inkml:trace>
  <inkml:trace contextRef="#ctx0" brushRef="#br0" timeOffset="28751.94">12619 7044 0,'0'59'16,"0"-1"0,59 1-1,0-59-15,-1 0 16,1 0-16,0 0 15</inkml:trace>
  <inkml:trace contextRef="#ctx0" brushRef="#br0" timeOffset="29023.3">13089 7132 0,'-30'29'0,"30"30"16,0 0 0,30-59-16,28 0 15,1 0-15,0-30 16,0-87-16,-59 29 31,0 29-15,-59 59-16,0 0 15,0 0-15,1 0 16,58 88-16,-59-88 16</inkml:trace>
  <inkml:trace contextRef="#ctx0" brushRef="#br0" timeOffset="29383.92">14204 7132 0,'29'0'32,"1"0"-32,87-29 15,-29 29-15,0 0 16,0 0-16,-29 0 15,0 0-15</inkml:trace>
  <inkml:trace contextRef="#ctx0" brushRef="#br0" timeOffset="29580.81">14586 6985 0,'0'-58'0,"0"116"31,-89 1-15,89 58-16,0-29 15,0 0-15,0 59 0,0-59 16</inkml:trace>
  <inkml:trace contextRef="#ctx0" brushRef="#br0" timeOffset="30301.43">15319 6927 0,'0'-59'0,"59"59"47,0 0-47,-1 0 16,1 0-16,0 0 15,29 0 1,-30 29 0,-58 30-1,-88-59 1,-29 88-16,29-88 15,29 117-15,59-58 16,0 0 0,30-59-16,-30 29 15,88-29-15,-30 88 16,1-88-16,-59 59 16,59-59-16,-118 0 46,-58 0-46,58 0 16,30 0-16,29 29 16,-118-29-16</inkml:trace>
  <inkml:trace contextRef="#ctx0" brushRef="#br0" timeOffset="30866.26">16581 6339 0,'0'-58'31,"-29"58"-31,-59 0 16,29 0-1,0 0-15,59 29 16,-58-29 0,58 118-16,0-89 15,0 88-15,0 1 16,0 28-16,0-28 0,0 29 15,0-30 1,0 30-16,0-59 0,-59 59 16,59-59-1,-117 0-15,117-30 0,0 31 16,29-89 0,59 0-1,29 0-15,1 0 16,-1 0-16</inkml:trace>
  <inkml:trace contextRef="#ctx0" brushRef="#br0" timeOffset="33113.01">26266 3551 0,'-30'-29'110,"-28"29"-79,-1 0-15,0-88-1,1 88 1,-1 0 0,0-59-1,-29 59 1,-29 0-1,117-59-15,-88 59 16,0 0 0,88-59-16,-59 59 15,-29 0 1,88-29-16,-88 29 16,0 0-1,-30-88-15,30 88 31,30 0-31,-30 0 16,0 0 0,-59 0-1,88 0-15,1-59 16,-1 59-16,-29 0 16,29 0-1,0 0-15,1 0 16,58-58-16,-118 58 15,60 0-15,-1 0 16,-29 0-16,-30 0 16,30 0-16,0 0 15,0 0-15,30 0 16,-1 0-16,0 0 0,1 0 16,-30 0-1,29-59-15,0 59 0,0 0 16,1 0-16,-30 0 15,29 0-15,0 0 16,1 0 0,-1 0-16,0 0 0,1 0 15,-1 0-15,30 0 16,-30 0-16,0 0 16,0 0-16,-87 0 15,87 0-15,-29 0 16,0 0-16,0 0 15,-30 29 1,30-29-16,0 0 16,30 0-16,-1 0 15,0 0-15,1 0 16,-1 59-16,0-59 0,1 0 16,-1 0-1,-29 0-15,0 0 0,0 0 16,29 88-16,0-88 15,1 0-15,-1 0 16,0 59-16,1-59 16,-1 0-16,0 0 15,-88 58 1,30-58 0,58 0-1,59 59-15,-58-59 31,-1 0 1,88 0 30</inkml:trace>
  <inkml:trace contextRef="#ctx0" brushRef="#br0" timeOffset="33344.5">19956 3052 0,'-59'59'0,"-29"-1"15,30 1-15,58 0 16,-88-1-16,88 1 16,0 29-1,0-29 1,58-59-16,60 59 16,58-59-1,59 0-15,-1 0 0</inkml:trace>
  <inkml:trace contextRef="#ctx0" brushRef="#br0" timeOffset="34584.12">17109 6838 0,'0'-29'46,"59"29"-30,29 0 0,0 0-1,-88 59 1,0 0 0,0 58-16,-59-58 15,1-1-15,-1-58 16,59 88-16,-59-88 0,59 59 15,0 0 1,59-59 0,0 0-1,29 0-15,0 0 0,29 0 16,-29 0 0,-29 0-16</inkml:trace>
  <inkml:trace contextRef="#ctx0" brushRef="#br0" timeOffset="34975.87">17755 6809 0,'0'-59'16,"-59"59"-1,59 30 1,0 58 0,30-29-16,28-59 15,30-30 16,-88-29-31,30 59 0,-30-88 16,0 0 0,-59 88-16,59-58 15,-88 58-15,29 0 16,59 29 0,0 30-1,0-1-15</inkml:trace>
  <inkml:trace contextRef="#ctx0" brushRef="#br0" timeOffset="35406.07">18430 6956 0,'0'59'47,"0"-1"-47,0 1 16,0 0-1,0-1-15,0 30 16</inkml:trace>
  <inkml:trace contextRef="#ctx0" brushRef="#br0" timeOffset="35573.44">18166 7132 0,'117'0'32,"-29"0"-32,0 0 15,0 0-15,0 0 0,-29 0 16,0 0-16</inkml:trace>
  <inkml:trace contextRef="#ctx0" brushRef="#br0" timeOffset="35923.18">18988 6809 0,'58'0'15,"30"0"1,-29 29 0,-59 60-1,0 28-15,0-58 16,0-1 15,59-58-15,-1 0-1,1 0-15,29 0 16,-29 0-16,0 0 16,-1 0-16</inkml:trace>
  <inkml:trace contextRef="#ctx0" brushRef="#br0" timeOffset="36198.85">19692 6516 0,'0'-59'16,"0"88"15,0 30-15,0 29-16,0 0 0</inkml:trace>
  <inkml:trace contextRef="#ctx0" brushRef="#br0" timeOffset="36574.44">20161 7103 0,'0'-59'15,"59"59"1,0 0-1,0 0-15,29 0 0,-30 0 16,60 0 0,-118-59-1</inkml:trace>
  <inkml:trace contextRef="#ctx0" brushRef="#br0" timeOffset="36724">20455 6809 0,'0'59'32,"0"0"-32,0-1 15,0 30 1,0 30-16,29-60 16,-29 1-16</inkml:trace>
  <inkml:trace contextRef="#ctx0" brushRef="#br0" timeOffset="36925.49">21247 6985 0,'88'0'16,"-29"0"0,0 0-16,-1 0 15</inkml:trace>
  <inkml:trace contextRef="#ctx0" brushRef="#br0" timeOffset="37058.44">21834 7044 0,'59'0'16,"0"-59"0,-1 59-16,1 0 15,0 0-15,29 0 16,-30 0-16</inkml:trace>
  <inkml:trace contextRef="#ctx0" brushRef="#br0" timeOffset="37191.76">22685 6927 0,'118'0'0,"-30"29"16,0-29-1</inkml:trace>
  <inkml:trace contextRef="#ctx0" brushRef="#br0" timeOffset="37254.51">23214 6956 0</inkml:trace>
  <inkml:trace contextRef="#ctx0" brushRef="#br0" timeOffset="38148.46">23859 7015 0,'30'0'31,"28"0"-31,30 0 16,0 0-16,0 0 15,-29 0-15,0 0 16</inkml:trace>
  <inkml:trace contextRef="#ctx0" brushRef="#br0" timeOffset="38339.14">24123 6809 0,'0'29'32,"0"30"-32,0 29 0,0 0 15,0 30 1,0-30-16,0-30 16,30 1-16,28-59 15</inkml:trace>
  <inkml:trace contextRef="#ctx0" brushRef="#br0" timeOffset="38759.43">24769 6486 0,'59'0'31,"29"0"-15,-30 59-1,-58 0-15,0-1 16,0 1-16,-58 0 16,58-1-16,-88-58 15,88 89-15,-59-89 16,59 58 0,29-58-16,30 0 15,0 0-15,-1 0 16,30 0-16,1 0 15,-1 0 1</inkml:trace>
  <inkml:trace contextRef="#ctx0" brushRef="#br0" timeOffset="39329.12">25297 6222 0,'0'147'32,"0"-88"-32,0 29 15,30-88 17,-30-30-17,58 30 1,-58-88-16,59 88 15,-59-59-15,59 59 47,-59 30-47,0 29 16,0-1-16,58 1 16</inkml:trace>
  <inkml:trace contextRef="#ctx0" brushRef="#br0" timeOffset="39593.19">25884 6310 0,'30'0'16,"28"0"-1,1 0-15,0 0 16,-1 59-16,30-59 16</inkml:trace>
  <inkml:trace contextRef="#ctx0" brushRef="#br0" timeOffset="39742.8">26354 6222 0,'0'88'32,"0"0"-17,0 30-15,0-30 16,0-30-16</inkml:trace>
  <inkml:trace contextRef="#ctx0" brushRef="#br0" timeOffset="40374.9">26647 6017 0,'59'0'46,"0"0"-46,-30 0 16,30 0-16,-1 0 16,1 0-16,0 0 15,-59 29 17,-30 118-1,30-59-31,0 59 15,0-30-15,0 59 16,0 0-16,0-29 16,30 0-16,-30-59 15,0-30-15,-147-58 32,30 0-17,-30 0 1,59 59-16,29-59 0</inkml:trace>
  <inkml:trace contextRef="#ctx0" brushRef="#br0" timeOffset="45963.09">17403 7925 0,'-59'0'16,"59"-30"-1,88 30 95,0 0-95,-29 0 1,29 0 0,-29 0-16,29 0 15,0 0 1,-30 0-16,1 0 15,0 0-15,0 0 0,-1 0 32,1 0-32,29 0 15,-29 0 1,-1 0-16,30 0 16,0 0-16,0 0 15,59-59-15,-59 59 16,-29 0-16,58 0 15,-29 0 1,-29 0 0,0-88-16,-1 88 15,1 0-15,29 0 16,-29 0-16,29 0 0,-29 0 16,-1 0-16,1 0 15,0 0 1,-1 0-16,-28 0 15,28 0-15,60 0 16,-30 0-16,0 0 0,0 0 16,0 0-1,29 0-15,-58 0 0,-30 0 16,30 0-16,59 0 16,-30 0-16,0 0 15,0 0-15,0 0 16,29 0-16,-29 0 15,-29 0-15,29 0 16,-29 0-16,-1 0 0,1 0 16,29 0-1,0 0 1,0 0 0,0 0-1,-29 0-15,-1 0 16,1 0-16,29 0 15,30 0-15,-30 0 0,0 0 16,0 0 0,0 0-16,29 0 15,-29 0-15,0 0 16,0 0-16,0 0 16,30 0-16,-30 0 15,0 0-15,0 0 0,-29 0 16,-1 0-1,1 0-15,0 0 0,-1 0 16,30 0 0,-29 0-1,29 0-15,59 0 32,-88 0-32,-1 0 15,-28 0-15,28 0 16,1 0-16,0 59 15,-1-59-15,1 0 0,0 0 16,-1 0-16,1 0 16,0 0-1,0 0-15,-1 0 0,-58-29 16,88 29-16,-29 0 16,0 0-1,58 0 1,0 0-1,-87 0 17,-89 0 15</inkml:trace>
  <inkml:trace contextRef="#ctx0" brushRef="#br0" timeOffset="47267.01">10095 9363 0,'0'-59'0,"30"59"63,28 0-63,1 59 15,0-59-15,0 0 16</inkml:trace>
  <inkml:trace contextRef="#ctx0" brushRef="#br0" timeOffset="47379.73">10213 9568 0,'0'59'0,"147"-59"31,-1 0-16,-87-88-15</inkml:trace>
  <inkml:trace contextRef="#ctx0" brushRef="#br0" timeOffset="47793.1">11240 9069 0,'0'-58'15,"59"58"1,58 0 0,-29 0-1,-88 29-15,59 30 0,-59-1 16,0 30-16,-88 0 16,29 30-16,59-59 15,-59-59-15,59 88 16,88-88 15,0 0-31,0 0 16,0-30-16,1 30 15</inkml:trace>
  <inkml:trace contextRef="#ctx0" brushRef="#br0" timeOffset="48202.51">12032 8658 0,'0'59'32,"0"0"-17,59 58 1,-30-117 15,30 0-15,-59-29-16,59 29 47,-59 59-32,0-1-15,58 1 0,-58 0 16</inkml:trace>
  <inkml:trace contextRef="#ctx0" brushRef="#br0" timeOffset="48545.74">12561 9363 0,'0'59'0,"0"-1"16,58-58 0,60 0-1,-118-29-15,88 29 16,-88-88-16,0 29 16,58 59-16,-58-88 15,-29 0 1,-88 88-1,58 0-15,0 0 16,59 29-16,0 30 16</inkml:trace>
  <inkml:trace contextRef="#ctx0" brushRef="#br0" timeOffset="48691.89">12825 9392 0,'0'59'31,"58"-59"-15,1 0-1,-59 59-15,88-59 16</inkml:trace>
  <inkml:trace contextRef="#ctx0" brushRef="#br0" timeOffset="48964.85">13265 9422 0,'-59'0'0,"59"58"0,0 60 16,30-30 0,28-88-16,30 0 15,-29 0 1,29-30-16,-88-28 15,59-1-15,-59-29 16,-88 0 0,-30 88-1,1 59 1,88-59-16,29 88 0</inkml:trace>
  <inkml:trace contextRef="#ctx0" brushRef="#br0" timeOffset="50450.58">14527 9422 0,'88'0'47,"-29"0"-47,29 0 0,-30 0 15,1 0 1,58 0 0</inkml:trace>
  <inkml:trace contextRef="#ctx0" brushRef="#br0" timeOffset="50624.5">14850 9157 0,'0'59'16,"0"58"-16,0-28 15,0-1 1,0 0-16,0 58 15,0-87-15</inkml:trace>
  <inkml:trace contextRef="#ctx0" brushRef="#br0" timeOffset="51263.69">15730 9128 0,'59'0'63,"-1"0"-63,1 0 0,0 0 15,29 0 1,-88 29 15,0 30-31,-118 0 16,30-59-16,88 88 15,-58-88-15,58 59 16,0-1 0,29-58-16,30 59 15,-1-59-15,-58 59 0,59-59 16,-59 58 15,-29-58-15,-59 0-1,88 59-15,-59-59 0</inkml:trace>
  <inkml:trace contextRef="#ctx0" brushRef="#br0" timeOffset="52955.63">17960 8864 0,'-88'0'110,"-29"0"-95,29 0 1,-29 29-16,29-29 16,-1 59-16,-28-59 0,29 59 31,88-1-31,29-58 31,30 59-31,58 29 16,-117-29-1,30-59-15,-30 117 16,-59-29-16,-29 30 16,-29-30-16,29 29 15,0-29-15,88-29 0,0 0 16,0-1-1,146-58 1,1 0 0,29 0-16,-58 0 15,-30 0-15,29 0 16,-29 0-16,-29-29 0</inkml:trace>
  <inkml:trace contextRef="#ctx0" brushRef="#br0" timeOffset="53371.77">17197 10919 0,'0'88'31,"0"0"-15,0-30-1</inkml:trace>
  <inkml:trace contextRef="#ctx0" brushRef="#br0" timeOffset="53538.28">17315 10361 0,'0'59'32,"0"-1"-32</inkml:trace>
  <inkml:trace contextRef="#ctx0" brushRef="#br0" timeOffset="53805.6">17579 10830 0,'117'0'15,"-87"0"1,28 0 0,1 0-16,0 0 0,-1 0 15</inkml:trace>
  <inkml:trace contextRef="#ctx0" brushRef="#br0" timeOffset="53955.6">17726 11065 0,'88'0'32,"-30"0"-32,1 0 15,29 0-15,30 0 16,-30 0-16,-30 0 16</inkml:trace>
  <inkml:trace contextRef="#ctx0" brushRef="#br0" timeOffset="54040.68">18401 11036 0,'-30'0'47</inkml:trace>
  <inkml:trace contextRef="#ctx0" brushRef="#br0" timeOffset="54573.68">18401 10889 0,'0'59'47,"0"29"-32,88-88 1,0 0 0,0 0-16,0 0 0,-29 0 15,-1 0 1,30-59-16,-88-88 15,-88 147 1,0-88-16,0 88 16,-59 0-16,59 0 15,30 59-15,-1 0 16,-29 0-16</inkml:trace>
  <inkml:trace contextRef="#ctx0" brushRef="#br0" timeOffset="55548.44">17491 8306 0,'0'29'47,"0"30"-47,0 29 16,59-88 31,29 0-32,-88-58-15,88 58 16,-88-59-1,58 59 1,-58 29-16,0 30 16,0 29-16,0-29 15</inkml:trace>
  <inkml:trace contextRef="#ctx0" brushRef="#br0" timeOffset="56356.7">18635 9069 0,'59'0'0,"0"0"16,0 0-16,-1 0 16,1 0-16,-59 59 15,59 29-15,-59-59 16,0 89-16,-30-59 15,-28-1-15,-60 1 16,59 0-16,1 58 16,58-58-1,58-59 1,31 58 0,28-58-16,0 0 15,-29 0-15,30 0 0,-60-29 16</inkml:trace>
  <inkml:trace contextRef="#ctx0" brushRef="#br0" timeOffset="57044.84">19398 9245 0,'59'0'46,"0"0"-30,-59-58-16,117-1 0,-117 0 16,59 1-16,-59-1 15,-29 118 32,29-1-47,0 1 16,0 0-16,0 29 15,29-88 1,0 0 0,30 0-16</inkml:trace>
  <inkml:trace contextRef="#ctx0" brushRef="#br0" timeOffset="57209.34">19809 8424 0,'0'-59'16,"0"88"0</inkml:trace>
  <inkml:trace contextRef="#ctx0" brushRef="#br0" timeOffset="65193.63">16434 11183 0,'0'-59'16,"0"88"46,0 89-62,0-30 16,0 29-1,0 1-15,0-30 0,0 0 16,0-30 0</inkml:trace>
  <inkml:trace contextRef="#ctx0" brushRef="#br0" timeOffset="65766.23">16434 12005 0,'30'0'78,"58"0"-62,29 0 0,-29 0-16,30 0 15,28 0-15,-28 0 16,58 0-16,-29 0 15,29 0-15,-59 0 0,88-59 16,-28 59 0,57 0-16,30-88 0,-29 88 15,0 0-15,0 0 16,-59 0-16,-29 0 0,-89 0 16,-28 0-1,28 0 1,1 0-1,0 0 1,-59-59 15,0 0-15,0-29 0,0 30-16,0-1 15,0 0 1,58 59-16</inkml:trace>
  <inkml:trace contextRef="#ctx0" brushRef="#br0" timeOffset="80502.17">26618 616 0,'0'-59'0,"0"0"47,59 59-32,-118 0 126,-59 0-126,1 0-15,-30 59 16,59-59-16,30 88 16,58-59 15,29-29-15,-29 59-16,88-59 15,-88 59-15,0-1 16,-29 60-1,-89-59 1,30-1-16,30-58 16,58 88-16,-59-88 15,59 59-15,0 0 16,59-1 0,-1-58-1,30 0 1,30 0-16,-30 0 15,0-29-15</inkml:trace>
  <inkml:trace contextRef="#ctx0" brushRef="#br0" timeOffset="80852.81">25884 1937 0,'0'117'0,"0"-58"32,0-1-17</inkml:trace>
  <inkml:trace contextRef="#ctx0" brushRef="#br0" timeOffset="81031.78">26002 1584 0,'-59'0'0,"88"0"47</inkml:trace>
  <inkml:trace contextRef="#ctx0" brushRef="#br0" timeOffset="81264.95">26090 1848 0,'58'0'31,"1"0"-31,0-29 0,-1 29 15</inkml:trace>
  <inkml:trace contextRef="#ctx0" brushRef="#br0" timeOffset="81384.71">26236 1995 0,'59'0'31</inkml:trace>
  <inkml:trace contextRef="#ctx0" brushRef="#br0" timeOffset="81898.8">26442 1878 0,'0'59'47,"0"-1"78,58 1-110,1-59 1,-29 0 0,58-29-1,-88-89-15,0 59 16,-88 59-16,29 0 15,29 0 1</inkml:trace>
  <inkml:trace contextRef="#ctx0" brushRef="#br0" timeOffset="82767.17">26031 58 0,'0'29'47,"0"59"-47,0 30 31,59-118-31,-59 29 15,0-88 32,0 1-31,58 58 15,-58 29-31,88 30 16,-88-1-1,59-58 1</inkml:trace>
  <inkml:trace contextRef="#ctx0" brushRef="#br0" timeOffset="83861.53">26794 939 0,'-59'0'16,"59"58"15,0 30-15,30-88-1,-30 88-15,58-29 16,-58-88 31,0-30-47,0-29 15,0 29 1,59 1 0,0 58-1,-1 0-15,1 0 16</inkml:trace>
  <inkml:trace contextRef="#ctx0" brushRef="#br0" timeOffset="84450.79">27352 762 0,'0'30'47,"0"28"-31</inkml:trace>
  <inkml:trace contextRef="#ctx0" brushRef="#br0" timeOffset="84591.76">27352 322 0,'29'59'16</inkml:trace>
  <inkml:trace contextRef="#ctx0" brushRef="#br0" timeOffset="85252.75">27557 1115 0,'59'0'31,"-1"-30"-15,1 30-1,0 0-15,-1 0 16</inkml:trace>
  <inkml:trace contextRef="#ctx0" brushRef="#br0" timeOffset="85344.38">27528 1379 0,'117'0'16,"-29"0"-1,-29 0-15</inkml:trace>
  <inkml:trace contextRef="#ctx0" brushRef="#br0" timeOffset="87121.45">28878 821 0,'0'59'63,"0"0"-63,29-1 0,-29 1 16,59 0-1,-59-1-15,58-58 16,-58-29-1,0-30 1,0 1-16,0-1 16,0 0-16,59 59 15,-59-88-15,88 88 16,-29-59 0,-1 59-16,1 0 15</inkml:trace>
  <inkml:trace contextRef="#ctx0" brushRef="#br0" timeOffset="87451.38">29582 528 0,'0'29'32,"59"-29"-17,-59 88-15,0-29 32,58-59-32,1 0 31,-59-30-31,59-28 15,-1 58 32,-58 58-31,0 1-16,59-59 0,-59 59 16</inkml:trace>
  <inkml:trace contextRef="#ctx0" brushRef="#br0" timeOffset="87649.58">30081 968 0,'117'-29'15,"-29"29"1,0 0-16,0 0 15,59 0 1,-59 0-16,-88-59 16</inkml:trace>
  <inkml:trace contextRef="#ctx0" brushRef="#br0" timeOffset="88233.83">31108 792 0,'0'-30'16,"117"-87"-1,-58 58-15,0 1 16,-59-1-16,88 59 15,-88-88-15,0 147 63,0-1-63,0 30 16,0-29-16,0 0 15,88-1-15,-88 1 16</inkml:trace>
  <inkml:trace contextRef="#ctx0" brushRef="#br0" timeOffset="88373.3">31196 939 0,'88'0'16,"0"0"-1,0 0-15,0 0 16,0 0-16,-29 0 15</inkml:trace>
  <inkml:trace contextRef="#ctx0" brushRef="#br0" timeOffset="89009.14">28702 1467 0,'29'-29'47,"118"29"-47,29 0 16,117 0-16,59 0 15,59-89-15,0 89 16,-59 0-16,59 0 16,-59 0-16,-146-88 0,-89 88 15,0 0-15,-87 0 16,-30 30-1</inkml:trace>
  <inkml:trace contextRef="#ctx0" brushRef="#br0" timeOffset="89518.79">29758 1790 0,'-59'0'0,"59"58"15,30-58-15,-30 89 16,117-31-16,-29 60 31,-88-206 0,0 58-15,0-28 0,59-31-16,-1 1 15,60 88 1,-59 0-1,-30 0-15</inkml:trace>
  <inkml:trace contextRef="#ctx0" brushRef="#br0" timeOffset="89675.14">30521 1966 0,'147'0'31,"-59"-29"-31,0 29 16,0 0-16,0 0 15,-29 0-15</inkml:trace>
  <inkml:trace contextRef="#ctx0" brushRef="#br0" timeOffset="89792.41">31401 1731 0,'-29'0'0,"29"88"16,-59 0 0,59 30-16,0-60 15</inkml:trace>
  <inkml:trace contextRef="#ctx0" brushRef="#br0" timeOffset="93385.79">23507 8570 0,'0'-88'16,"0"30"0,0-1 15,59 118 31,-59 87-62,0 1 0,0 117 16,0 88-16,0-58 16,0-118-16,0 0 15,0-29-15,0-59 16,0-29-1,0-1-15</inkml:trace>
  <inkml:trace contextRef="#ctx0" brushRef="#br0" timeOffset="94186.71">25679 8512 0,'-118'0'62,"1"0"-46,-30 0-16,1 88 16,28-88-16,30 58 15,88 1 1,29 0-1,59-59 1,1 58-16,-31-58 16,-58 147-16,0-88 15,0 0-15,-29 29 16,-59 29-16,-30-29 0,30-29 16,0 58-1,88-58 1,88-59-1,30 0-15,29 0 16,-30 0-16,30 0 16,-59-59-16,29 59 15,0-58-15,-117-1 16</inkml:trace>
  <inkml:trace contextRef="#ctx0" brushRef="#br0" timeOffset="94927.2">24974 10243 0,'0'59'15,"0"59"1,0-89 0</inkml:trace>
  <inkml:trace contextRef="#ctx0" brushRef="#br0" timeOffset="95090.51">25033 9891 0,'-59'-88'0,"59"117"31,30 89-15</inkml:trace>
  <inkml:trace contextRef="#ctx0" brushRef="#br0" timeOffset="95343.18">25209 10214 0,'88'0'31,"-29"0"-15,-30 0 0,30 0-16</inkml:trace>
  <inkml:trace contextRef="#ctx0" brushRef="#br0" timeOffset="95476.01">25180 10449 0,'88'0'31,"0"0"-31,0 0 16,0-29-16,-29 29 0</inkml:trace>
  <inkml:trace contextRef="#ctx0" brushRef="#br0" timeOffset="95741.27">25914 10243 0,'-30'0'15,"30"59"-15,0 29 16,30 30-1,28-118 1,1-30 0,-59-87 15,-29 29-31,-59 88 31</inkml:trace>
  <inkml:trace contextRef="#ctx0" brushRef="#br0" timeOffset="97166.5">25268 7925 0,'0'29'47,"0"30"-32,29-59 64,-29-30-79,59 30 15,-59-58-15,59 58 16,-30 0-1,59 58 17,-88 60-32,0-60 15</inkml:trace>
  <inkml:trace contextRef="#ctx0" brushRef="#br0" timeOffset="98071.6">25884 8776 0,'-59'0'31,"59"-30"-15,59 30-1,29 0 1,-88 30-16,59-30 16,-59 147-16,0-59 15,0-30-15,-59 1 0,-29 29 16,88-29 15,59-59 0,58 0-31,-29-30 16,-29 30-16,0 0 16</inkml:trace>
  <inkml:trace contextRef="#ctx0" brushRef="#br0" timeOffset="98394.42">26471 8658 0,'0'59'47,"0"0"-47,0-1 0,0 1 15</inkml:trace>
  <inkml:trace contextRef="#ctx0" brushRef="#br0" timeOffset="98547.4">26500 8335 0,'0'59'16</inkml:trace>
  <inkml:trace contextRef="#ctx0" brushRef="#br0" timeOffset="98870.91">26765 8981 0,'58'0'16,"-28"0"-16,87 0 15,-29 0-15,-29 0 16,29 0-1</inkml:trace>
  <inkml:trace contextRef="#ctx0" brushRef="#br0" timeOffset="98985.14">26853 9216 0,'88'0'31,"0"0"-31,29 0 16,-88 0-16</inkml:trace>
  <inkml:trace contextRef="#ctx0" brushRef="#br0" timeOffset="101452.43">28144 8482 0,'0'-58'297,"29"58"-281,30-59 0,0 59-1,-1 0 16,-58 29-31,0 89 16,0-60-16,0 30 31,-29-29-31,58 29 32,30-88 14,0 0-30,29 0 0,-30 0-16,1 0 15,0 0-15,29 0 16,-88-29-16,59 29 16</inkml:trace>
  <inkml:trace contextRef="#ctx0" brushRef="#br0" timeOffset="102260.64">28672 8071 0,'0'-58'0,"30"58"47,-30 29-31,58-29-1,-58 88-15,0-29 16,88-89 31,-88-28-32,59 58-15,-59-88 16,59 88 15,-59 58 0,0 1-31,58 0 0</inkml:trace>
  <inkml:trace contextRef="#ctx0" brushRef="#br0" timeOffset="102525.57">29435 8600 0,'88'0'46,"30"0"-46,-89 0 16,30 0-16</inkml:trace>
  <inkml:trace contextRef="#ctx0" brushRef="#br0" timeOffset="102875.83">30081 8482 0,'59'0'31,"-1"0"-31,1-29 16,29-30-16,-29-58 15,-59 29 17,0 146-1,-30 60-15,30-30-1,0 0-15,0-29 0,0-1 16,30 1-1</inkml:trace>
  <inkml:trace contextRef="#ctx0" brushRef="#br0" timeOffset="103035.55">30345 8776 0,'-59'0'0,"118"-30"16,0 30-1,-1 0-15,30 0 16,-29 0-16</inkml:trace>
  <inkml:trace contextRef="#ctx0" brushRef="#br0" timeOffset="103752.02">27528 9275 0,'29'0'31,"30"0"-15,87 0-16,60 0 15,175 0 1,1 0-16,29 0 0,117 0 16,-29-88-16,-88 88 0,-118 0 15,-117 0-15,-117 0 16,0 0 0,-89 29 15,-28-29-16,-1 0-15</inkml:trace>
  <inkml:trace contextRef="#ctx0" brushRef="#br0" timeOffset="104552.74">28643 9598 0,'29'-30'32,"30"30"-32,0 0 15,-59 59 1,58-59 0,-58 88-1,-88 29-15,0-28 31,88-31-31,30 1 32,28-59-32,1 0 15,29 0-15,0 0 16</inkml:trace>
  <inkml:trace contextRef="#ctx0" brushRef="#br0" timeOffset="104833.44">29494 9950 0,'29'0'15,"30"0"1,0-29-16,-1 29 16,1 0-16,0 0 0</inkml:trace>
  <inkml:trace contextRef="#ctx0" brushRef="#br0" timeOffset="105018.64">30257 9627 0,'0'29'16,"0"30"-1,0 29 1,0 59-16,0-88 0</inkml:trace>
  <inkml:trace contextRef="#ctx0" brushRef="#br0" timeOffset="109041.3">26999 11271 0,'59'0'63,"0"0"-48,-59 58 1</inkml:trace>
  <inkml:trace contextRef="#ctx0" brushRef="#br0" timeOffset="109135.69">26999 11506 0,'59'0'16,"0"0"-1,-1 0-15</inkml:trace>
  <inkml:trace contextRef="#ctx0" brushRef="#br0" timeOffset="109663.49">27997 10772 0,'30'0'16,"58"0"-16,-30 0 16,1 0-16,-59 29 31,0 30-31,0 0 16,-29-1-16,29 1 15,-59 0-15,59-1 16,29 1 15,30-59-31,0 0 16,29 0-16,-30-29 15</inkml:trace>
  <inkml:trace contextRef="#ctx0" brushRef="#br0" timeOffset="110050.99">28613 10654 0,'-29'0'31,"29"59"-15,0 0-16,29-59 15,60 0 1,-89-30 0,58 30-1,-58-58-15,59 58 47,-59 29-47,0 30 16,0 58-16</inkml:trace>
  <inkml:trace contextRef="#ctx0" brushRef="#br0" timeOffset="110303">29054 11095 0,'29'0'15,"30"0"-15,29 0 16,-30 0-16,1 0 16</inkml:trace>
  <inkml:trace contextRef="#ctx0" brushRef="#br0" timeOffset="110685.89">29846 10948 0,'0'-59'15,"59"-58"1,-1 29-16,-58 29 47,0 88-32,0 30 1,0 29-16,0 59 16,0 29-16,0-59 15</inkml:trace>
  <inkml:trace contextRef="#ctx0" brushRef="#br0" timeOffset="140664.88">11328 15762 0,'0'29'31,"0"59"-16,0-29 1,59 0-16,-59 29 16</inkml:trace>
  <inkml:trace contextRef="#ctx0" brushRef="#br0" timeOffset="146377.65">19428 16672 0,'-59'0'15,"88"0"1,59 0-16,30 0 16,-30 0-16,29 0 15,-29-30-15</inkml:trace>
  <inkml:trace contextRef="#ctx0" brushRef="#br0" timeOffset="192961.9">12326 17728 0,'-59'0'0,"0"0"31,1 59-31,-30 88 31,88-88-31,0 29 16,29-88 0,30 0-16,29 0 15,0 0-15,29-30 16,-58-58-16,-59 59 15,59-59-15,-59 29 16,0 30 0,-30 29-16,-87 0 15,-1 0 1,118 58-16,0 1 16</inkml:trace>
  <inkml:trace contextRef="#ctx0" brushRef="#br0" timeOffset="193136.1">12678 18081 0,'-29'58'31,"29"1"-15,29-59-1</inkml:trace>
  <inkml:trace contextRef="#ctx0" brushRef="#br0" timeOffset="193453.39">12942 17963 0,'0'30'16,"0"87"-1,29-29 1,30-29 15,29-89 0,-88 60 32,0 28-63</inkml:trace>
  <inkml:trace contextRef="#ctx0" brushRef="#br0" timeOffset="193718.96">13558 18022 0,'30'0'31,"28"0"-31,-28 0 16,28 0-16,1 0 15</inkml:trace>
  <inkml:trace contextRef="#ctx0" brushRef="#br0" timeOffset="193840.09">13646 18286 0,'88'0'47,"-29"0"-47,0-59 15</inkml:trace>
  <inkml:trace contextRef="#ctx0" brushRef="#br0" timeOffset="194710.06">12561 17993 0,'0'29'94,"0"59"-78,0 0-1,88-88 1,-88 59-16,117-59 0,-58 0 16</inkml:trace>
  <inkml:trace contextRef="#ctx0" brushRef="#br0" timeOffset="195600.76">13001 17963 0,'-59'0'16,"59"59"109,0 29-94,0 0-31,0-29 16,0-1-1,0-87 64,29-30-64,30 1 1,0 58-1,-1 0 17,-58 29-17,59-29 1,-59 59-16,0-1 16,0 1-1,-59-59 1</inkml:trace>
  <inkml:trace contextRef="#ctx0" brushRef="#br0" timeOffset="197535.62">14409 17758 0,'0'-30'31,"30"30"-16,28 0-15,1 0 16,0 0 0,-59 30-1,0 28 1,0 30-16,0 1 16,-59-31-16,59 30 15,-29-88-15,29 59 16,59-59-1,-1 0 1,30-29 0,0 29-16,-29-88 15</inkml:trace>
  <inkml:trace contextRef="#ctx0" brushRef="#br0" timeOffset="198040.05">14996 17259 0,'-58'0'0,"58"58"31,0 1-15,29 0-16,-29 0 15,59-59 1,-1 0-1,-58-59 1,59 0-16,-59-58 16,59 117-1,-59-59 1,0 88 15,58 30-15,-58 0-16,0 0 15,59-1-15</inkml:trace>
  <inkml:trace contextRef="#ctx0" brushRef="#br0" timeOffset="198235.06">15525 17229 0,'29'0'31,"59"0"-15,0 0-16,0 0 0,29 0 15,-58 0 1</inkml:trace>
  <inkml:trace contextRef="#ctx0" brushRef="#br0" timeOffset="198425.31">15847 17083 0,'0'-59'15,"0"147"32,30-29-47,-30-1 16,0 1-16,0 0 15,0-30-15</inkml:trace>
  <inkml:trace contextRef="#ctx0" brushRef="#br0" timeOffset="198874.19">16258 16936 0,'59'0'0,"29"0"16,-29 0-1,-59 29 1,0 30 0,0 0-16,0-1 15,-88 1-15,29 0 0,59-1 16,29-58 15,59 0-15,0 0-16,30 0 15,-118-29-15</inkml:trace>
  <inkml:trace contextRef="#ctx0" brushRef="#br0" timeOffset="199286.73">16229 17670 0,'117'0'31,"-29"0"-31,30 0 16,29 0-16,-89 0 16</inkml:trace>
  <inkml:trace contextRef="#ctx0" brushRef="#br0" timeOffset="200033.55">17168 17523 0,'59'0'47,"29"0"-32,0 0 1,0 0 0,-29 0-1,-1 0 1,-58 59 15,-58 58-15,-1-117-16,59 88 15,-59-88 1,59 59-16,0-1 16,0 1 15,30-59-31,-30 59 16,-59 0 30,-29-59-46,29 0 16,-29 58-16,29-58 16</inkml:trace>
  <inkml:trace contextRef="#ctx0" brushRef="#br0" timeOffset="201003.36">11328 17317 0,'0'-58'15,"0"205"17,0 29-17,0 58-15,0 1 16,0 0-16,0 0 16,0 58-1,0-87-15,0-89 0,0-58 16</inkml:trace>
  <inkml:trace contextRef="#ctx0" brushRef="#br0" timeOffset="202544.62">11563 16760 0,'-59'-59'16,"59"0"-1,0 1 32,59 58-31,-1 0-1,1 0 1,29 0-16,30 0 0,-1 0 16,30 0-16,-30 0 15,30 0 1,-59 0-16,0 0 15,0 0-15,0 0 16,-29 0-16,-1 0 16,1 0-16,0 0 0,29 0 15,0 0-15,29 0 16,-29 0-16,0 0 0,0 0 16,30 0-1,-30 0-15,0 0 0,29 0 16,1 0-1,-30 0-15,0 0 16,0 0-16,0 0 16,29 0-16,-29 0 15,0 0-15,-29-59 16,0 59-16,29 0 0,0 0 31,29 0-15,0 0-1,-58 0 1,29 0-16,30 0 0,-89 0 16,30 0-1,-1 0-15,1 0 0,0 0 16,-1 0-16,1 0 16,0 0-16,29-59 15,0 59-15,-29 0 16,-1 0-16,1 0 15,0 0-15,29 0 16,29 0 0,-29 0-1,30 0 1,-60 0 0,1 0-16,0 0 15,29 0-15,-30 0 0,1 0 16,0 0-16,-1 0 15,30 0 1,1 0 0,-31 0-16,30 0 15,30 0 1,-60 0-16,-28 0 16,28 0-16,1 0 15,0 0-15,-1 0 16,31 0-1,28 0 1,-88 0 0,30 0-1,0 30 1,-1-30 0,-58 58 77,88 30-61,-88-29-17,0 29-15,59 59 0,-59 29 16,0 59-16,0 88 15,0 29-15,0 59 16,0 0-16,0 58 16,0-175-16</inkml:trace>
  <inkml:trace contextRef="#ctx0" brushRef="#br0" timeOffset="-210982.36">24329 10214 0,'0'29'47,"0"89"-47,0-30 16,0 29-16,0 59 15,0 1 1,0-60-16</inkml:trace>
  <inkml:trace contextRef="#ctx0" brushRef="#br0" timeOffset="-210138.49">24417 11359 0,'59'0'62,"29"0"-46,-88 29-16,88-29 16,58 0-1,-87 0-15,0 88 16,29-88-16,0 0 16,0 0-16,29 0 0,1 0 15,28 0 1,-28 0-16,28 0 15,-28 0-15,-30 0 16,59 0-16,-30 0 16,30 0-16,-30 0 15,59 0-15,0 0 16,-29 0-16,-30 0 0,30 0 16,-29 0-16,28 0 15,-28 0-15,28 0 16,31 0-16,-1 59 15,29-59-15,-29 0 16,0 0-16,0 0 16,0 0-16,-29 0 15,-30 0-15,30 0 0,0-29 16,-30 29-16,30 0 16,-59 0-16,0-59 15,0 59-15,30 0 16,-30-88-1,29 88-15,0-59 0,-29 59 16,1-59-16,28 59 16,-29-58-16,0 58 15,-29-59-15,-1 59 16,1 0-16,0-88 16,-1 88-16,30 0 15,-88-29 16,59 29-31,-59-59 0,0 0 16,0 0-16,0 1 0,0-1 31,-29 59-31,29-88 16,0 117 15,-59 30-15,0-59-16</inkml:trace>
  <inkml:trace contextRef="#ctx0" brushRef="#br0" timeOffset="-166622.53">10418 13061 0,'-58'0'16,"116"0"46,1 0-46,29 0-16,0 0 16,-29 0-16,-1 0 15,1 0 1</inkml:trace>
  <inkml:trace contextRef="#ctx0" brushRef="#br0" timeOffset="-166493.87">10389 13414 0,'88'0'31,"0"0"-31,29-59 16,-58 59-16,-30 0 15</inkml:trace>
  <inkml:trace contextRef="#ctx0" brushRef="#br0" timeOffset="-165922.99">11240 12973 0,'88'-58'78,"0"58"-62,0 0 0,0 0-1,-29 58-15,-59 60 16,-30-1 0,-28-58-16,-1-1 15,0 31 1,59-31-1,30-58 1,28 0-16,-28 0 16,28 0-16,1 0 0,0 0 15,0 0-15,-1 0 16,-58-29-16,59 29 16</inkml:trace>
  <inkml:trace contextRef="#ctx0" brushRef="#br0" timeOffset="-165461.77">11886 12621 0,'29'29'47,"-29"59"-32,59-88-15,-59 118 16,58-118 31,-58-30-47,118 30 16,-118-88-16,29 88 0,59-88 31,-59 88-16,-29 30 1,59-30-16,-59 146 0,0-87 16</inkml:trace>
  <inkml:trace contextRef="#ctx0" brushRef="#br0" timeOffset="-164881.11">12854 12944 0,'0'88'31,"0"0"-15,0-29-16,0-1 0,117-116 46,-117 28-30,0-28-16,59-30 16,-59 0-1,-29 88 1,-30 117 15,59-58-15</inkml:trace>
  <inkml:trace contextRef="#ctx0" brushRef="#br0" timeOffset="-164724.55">13030 13208 0,'0'59'31,"0"-1"-15,59-58-1,-1 0 1,31 0-16,-31 0 16</inkml:trace>
  <inkml:trace contextRef="#ctx0" brushRef="#br0" timeOffset="-163943.16">12854 13003 0,'-59'0'16,"1"0"15,58 29 0,0 59-15,0-29-1,88-59 1,-30 0 0,1-30 15,-59-58-16,0 30 1,-29 58-16,29-59 16,-59 59-16</inkml:trace>
  <inkml:trace contextRef="#ctx0" brushRef="#br0" timeOffset="-163342.39">12854 13003 0,'-59'0'0,"1"0"15,-1 0 1,59 58 0,0 60-1,0-89 1,29-29-16,59 0 15,0 0 1,-29 0 15,-59-59-31,0 1 16,-29-1 0,29 0 15,-59 59-31,59 30 31</inkml:trace>
  <inkml:trace contextRef="#ctx0" brushRef="#br0" timeOffset="-163082.33">12942 13032 0</inkml:trace>
  <inkml:trace contextRef="#ctx0" brushRef="#br0" timeOffset="-162708.4">12913 13032 0,'-59'0'15,"-29"0"1,29 0 0,1 0 15,58 117-31,0-58 16,0 29-1,88-88-15,-88 59 16,88-59-16,-30 0 15,1 0-15,29-59 16,-29-29 0,-59 29-1,0 1-15,0-1 16,0-29-16,-59 29 16,-29 59-1,29 0 1,59 59 15,0 0-31,0-1 16</inkml:trace>
  <inkml:trace contextRef="#ctx0" brushRef="#br0" timeOffset="-162242.17">13001 13061 0,'0'59'187,"88"29"-171,-88-29-16,58 58 16,1-117-1,0 59 1,29-59-16,0 0 0,-29 0 15,-59-29-15</inkml:trace>
  <inkml:trace contextRef="#ctx0" brushRef="#br0" timeOffset="-161746.73">13764 13325 0,'-59'0'15,"59"30"1,0 29 0,0 29-1,29-88-15,-29 58 16,88-58-1,1 0-15,-31 0 16,-58-58 0,0-30-1,-29 88-15,29-59 16,-118 59-16,60 0 16,58 59 15</inkml:trace>
  <inkml:trace contextRef="#ctx0" brushRef="#br0" timeOffset="-161339.73">14791 13179 0,'0'-59'15,"0"118"32,0-1-47,0 30 16,59-29-16,-59 0 15,0 0-15,0-1 16</inkml:trace>
  <inkml:trace contextRef="#ctx0" brushRef="#br0" timeOffset="-161160.99">14644 13355 0,'30'0'16,"28"0"-1,30 0 1,0 0-16,0 0 0,30 0 31</inkml:trace>
  <inkml:trace contextRef="#ctx0" brushRef="#br0" timeOffset="-159805.29">15847 12680 0,'59'0'78,"88"0"-63,-88 0 1,-1 0 0,-28 0-16,28 0 15,1 0-15,-59 29 16,-117 118 0,29-88-1,29-1-15,-59 60 16,118-60-1,0-28 1,30-30 0,29 0-16,-1 88 0,1-88 15,0 0 1,-59 29-16,88-29 16,-88 59-1,-88-59 16,29 0-31,-29 0 0,-30 88 16,60-88-16,-30 0 31,146 0-15</inkml:trace>
  <inkml:trace contextRef="#ctx0" brushRef="#br0" timeOffset="-159263.42">17168 12445 0,'-59'0'31,"59"88"-15,-117 59-16,117 88 15,-88 87-15,88-87 16,0-59-16,59-29 15,-59-59-15,88 0 0,-30 0 32,1-88-17,-59-58 48</inkml:trace>
  <inkml:trace contextRef="#ctx0" brushRef="#br0" timeOffset="-158323.52">17373 13003 0,'59'0'15,"0"0"-15,0 0 0,-1 0 16,30 0 0,-88 146 15,-58-58-15,-60 30-16,60-59 15,58-1 1,29-58 15,59 0-31,29 0 16,-29 0-16,-29 0 0,29-29 0,-29 29 15,-1-59-15</inkml:trace>
  <inkml:trace contextRef="#ctx0" brushRef="#br0" timeOffset="-157871.02">17902 12768 0,'0'58'31,"0"1"-15,0 0-16,58 29 16,1-88 15,29-29-16,-88-30 1,59 0-16,-59-29 16,59 88 15,-59 29-15,0 1-1,0 29-15,58-1 16,-58 1-16</inkml:trace>
  <inkml:trace contextRef="#ctx0" brushRef="#br0" timeOffset="-157607.2">18606 13208 0,'88'-29'31,"-29"29"-15,0 0-16,-1 0 0,1 0 15,0 0-15,-59-59 0</inkml:trace>
  <inkml:trace contextRef="#ctx0" brushRef="#br0" timeOffset="-157226.39">19164 13091 0,'58'0'32,"30"-59"-17,30-29 1,-118 29-16,88 59 0,-88-88 15,0 0 1,0 117 15,0 30 1,0 0-32,0 29 0,0 0 15,0 0-15,0 29 16,0-87-1,59-30-15</inkml:trace>
  <inkml:trace contextRef="#ctx0" brushRef="#br0" timeOffset="-157059.09">19369 13355 0,'29'-59'31,"30"59"-31,0 0 16,0 0-16,-1 0 16,1 0-16,29 0 15</inkml:trace>
  <inkml:trace contextRef="#ctx0" brushRef="#br0" timeOffset="-156798.52">19868 12474 0,'29'0'16,"30"0"-16,29 0 16,0 88-16,0 0 0,-88 0 15,0 59-15,0 29 16,-176 147 0,29-176-16</inkml:trace>
  <inkml:trace contextRef="#ctx0" brushRef="#br0" timeOffset="-152028.18">20954 13032 0,'0'-29'31,"29"29"16,30 0-31,0 0-1,-1 0-15,30 0 16,-29 0 0,-59 29-16</inkml:trace>
  <inkml:trace contextRef="#ctx0" brushRef="#br0" timeOffset="-151904.97">21071 13179 0,'-58'88'16,"87"-88"31,30 0-47,29 0 16,0 0-16</inkml:trace>
  <inkml:trace contextRef="#ctx0" brushRef="#br0" timeOffset="-150680.78">13294 12151 0,'0'-58'0,"0"87"110,59-29-95,-59 88-15,0-29 16,0-1 0</inkml:trace>
  <inkml:trace contextRef="#ctx0" brushRef="#br0" timeOffset="-150502.89">13529 12063 0,'-29'0'16,"29"-58"0,0 87 31,0 88-32,0-58-15,29 29 0,-29-59 16,0 30-16</inkml:trace>
  <inkml:trace contextRef="#ctx0" brushRef="#br0" timeOffset="-149912.08">13764 11623 0,'58'-59'31,"1"59"-15,-59-88-16,118 88 16,-118-58-16,58-31 15,-58 31 17,-29 58-32,29 29 46,0 59-30,0 0 0,0 30-16,0-89 0,29 59 15,-29 0 17</inkml:trace>
  <inkml:trace contextRef="#ctx0" brushRef="#br0" timeOffset="-149786.33">13764 12005 0,'88'0'32,"0"-59"-17,59 59 1,29-88-16,0 88 16,-29-59-16</inkml:trace>
  <inkml:trace contextRef="#ctx0" brushRef="#br0" timeOffset="-147251.75">22128 12885 0,'0'-29'78,"-30"29"-78,-28 0 47,58-59-32,0 0 48,0 1-32,0-1-15,-59 59 15,59-59-31,29 59 31,30 0-15,0 0-16,29 0 16,0 0-16,-29 30 15,-59 28-15,117 1 0,-117 0 16,0-1-16,0 1 15,-117 59-15,-1-30 16,30-30 0,29 30-1,89-88 17,-1 0-17,88 0-15,-28 0 0,-1 0 16,-30 0-16,1 0 15</inkml:trace>
  <inkml:trace contextRef="#ctx0" brushRef="#br0" timeOffset="-146748.2">22627 12298 0,'0'-59'0,"58"118"47,-58 0-31,0 0-16,0 29 15,59 0 16,-59-118 1,59 30-32,-59-117 15,58 117-15,-58-59 0,59 59 16,29 88 15,-88 0-15,88-29-1</inkml:trace>
  <inkml:trace contextRef="#ctx0" brushRef="#br0" timeOffset="-145691.09">23478 13149 0,'58'0'0,"30"0"31,0 0-31,1 0 16,-31 0-16,1 0 15,0 0 1</inkml:trace>
  <inkml:trace contextRef="#ctx0" brushRef="#br0" timeOffset="-145479.6">23654 12915 0,'0'88'32,"0"0"-17,0 29-15,29 0 16,-29 30-16,0-29 15,88-1-15</inkml:trace>
  <inkml:trace contextRef="#ctx0" brushRef="#br0" timeOffset="-144708.64">24534 12797 0,'0'-59'0,"59"1"46,58 58-30,-58 0-16,-30 0 16,30 0-16,0 0 15,-59 29-15,0 59 32,-30-88-32,-28 88 15,-1-29-15,0-59 0,59 117 0,-58-117 16,58 30-1,0 28 1,29 30 0,30-29-1,-1-59-15,60 59 16,-236-59 31,60 0-32,-1 0-15,0 0 16,59 59-16</inkml:trace>
  <inkml:trace contextRef="#ctx0" brushRef="#br0" timeOffset="-144227.89">25561 12621 0,'59'0'47,"0"0"-31,-59 29-16,58-29 15,-58 59 1,0 58 0,-29-58-16,-59 29 0,29-29 15,59 0-15,-58-59 16,58 58 0,0 1-16,58-59 15,1 0 1,29 0-16,0 0 15,0 0-15,-29 0 16,0-59-16</inkml:trace>
  <inkml:trace contextRef="#ctx0" brushRef="#br0" timeOffset="-143777.5">26031 12474 0,'29'0'47,"-29"30"-47,0 28 16,0 1 0,0 29-16,59-88 15,29 0 16,0-29-31,-88-30 16,88 0-16,-29 1 16,-1 58 15,-58 88-15,0 0-16,0 0 15</inkml:trace>
  <inkml:trace contextRef="#ctx0" brushRef="#br0" timeOffset="-142622.89">26882 13149 0,'59'0'31,"29"0"-15,29 0-16,-29 0 15,0 59-15,-29-59 16,0 0-16</inkml:trace>
  <inkml:trace contextRef="#ctx0" brushRef="#br0" timeOffset="-141690.8">25239 13091 0,'0'29'63</inkml:trace>
  <inkml:trace contextRef="#ctx0" brushRef="#br0" timeOffset="-140350.08">27938 12709 0,'59'0'47,"0"0"-31,29 0-16,-29 0 31,-59 29 0,58-29-15,-58 59 15,0 0-15,-29-59-16,29 88 0,-88-88 16,88 59-1,-59-59-15,59 58 16,30-58 15,87 0-15,-58 0-1,-1 59-15,1-59 16,-59 59 0,88-59-16,-88 58 0,0 1 15,0 0 1,-88-59 15,-29 88-31,29-88 0</inkml:trace>
  <inkml:trace contextRef="#ctx0" brushRef="#br0" timeOffset="-136288.93">21746 13707 0,'59'-59'15,"-59"89"32,59 58-31,-59 29 0</inkml:trace>
  <inkml:trace contextRef="#ctx0" brushRef="#br0" timeOffset="-135766.36">21981 13942 0,'117'0'16,"-29"0"-1,-29 0 1,0 0-16,29 0 16,0 0-16,59 0 0,-30 0 15,30 0 1,29 0-16,-29-59 0,-30 59 16,0 0-1,59 0-15,30 0 0,-30 0 16,0 0-1,0 0-15,-29 0 0,-30 0 16,30 0-16,-30 0 16,30 0-16,-29-59 15,28 59-15,30 0 16,-29-88-16,-59 88 0,0 0 16,-29 0-16,0 0 15,-1 0-15,30-58 16,-29 58-1,0 0 17,-59-59-1,-30 0 0</inkml:trace>
  <inkml:trace contextRef="#ctx0" brushRef="#br0" timeOffset="-134198.53">17315 15087 0,'58'0'78,"1"-30"-78,0 30 16,0 0-16,-1 0 16,30 0-1</inkml:trace>
  <inkml:trace contextRef="#ctx0" brushRef="#br0" timeOffset="-70163.22">21717 13971 0,'0'-58'15,"59"-1"1,-59 0 31,0 88 62,58-29-109,-58 59 16,0 0 0,59-59 30,0 0-14,-30 0-17,30 0 1,58 0 0,-29 0-16,-29 0 15,29 0 1,-29 0-1,29 0 1,0 0 0,-30 0-16,30 0 31,-29 0-31,88 0 16,-88 0-16,-1 0 15,30 59 1,0-59-16,0 0 31,30 0-15,-89 0-16,30 0 15,-1 0-15,60 0 16,-30 0 0,0 0-1,0 0 1,-29 0-1,-59-30 1,88 30-16,0 0 16,29 0-1,-29 0 1,0 0 0,-29 0-1,0 0 1,-1 0-16,30 0 15,0 0 1,0 0 0,30 0 15,-30 0-31,0-58 16,-29 58-1,-1 0-15,1 0 16,-59-59-16,88 59 15,-29 0 1,-1 0 0,1 0-1,0 0 1,-1 0 15,1 0-15,0 0-1,0 0 1,-30 0 0,-29-59 15,0-29-15,0 29-1,0 1 1,0-1-1,0 0 17,59 59-1,-59 59-15,-59-59-16</inkml:trace>
  <inkml:trace contextRef="#ctx0" brushRef="#br0" timeOffset="-69122.15">22392 15938 0,'-59'0'15,"59"-29"1,30 29 15,28-59-31,1 59 16,0 0-16,-1 0 0,1 0 15,0 29 1,-1 30 0,-58 0-16,0-1 15,-29 1-15,-30 29 16,1-29-16,-30-1 15,176-58 32,-30 0-31,-28 0-16,28 0 16,1 0-16,0 0 15,-1 0-15,1 0 16,0-29-1</inkml:trace>
  <inkml:trace contextRef="#ctx0" brushRef="#br0" timeOffset="-68670.64">23126 15674 0,'0'29'47,"58"-29"-31,-58 88-16,0-29 0,59-59 31,0 0-15,-59-59-1,58 0 1,1 59 31,-59 59-32,0 0 1,59 0-16</inkml:trace>
  <inkml:trace contextRef="#ctx0" brushRef="#br0" timeOffset="-68220.36">24035 15879 0,'0'88'47,"0"-29"-32,0 0-15,0-1 16,0 1-1</inkml:trace>
  <inkml:trace contextRef="#ctx0" brushRef="#br0" timeOffset="-68020.53">23830 16114 0,'117'0'31,"-58"0"-15,0 0-16,-30 0 16,30 0-16</inkml:trace>
  <inkml:trace contextRef="#ctx0" brushRef="#br0" timeOffset="-67336.95">24681 15732 0,'59'0'16,"29"0"-1,-30 0-15,1 0 16,-59 59 31,-59 29-31,1-88-1,58 88-15,0-29 31,29 29-15,30-88 0,-59 29-1,58-29-15,-175 0 63,29 0-63,29 88 15,1-88 1,58 59-16</inkml:trace>
  <inkml:trace contextRef="#ctx0" brushRef="#br0" timeOffset="-67070.84">25268 16173 0,'-29'-30'0,"29"60"47</inkml:trace>
  <inkml:trace contextRef="#ctx0" brushRef="#br0" timeOffset="-66586.02">25503 15850 0,'-59'0'16,"88"0"-1,118 0 1,-59 59 0,-88 29-1,0 29 1,-59-58 0,1-1-16,-1-58 15,59 59-15,59-59 31,-1 0-31,30 0 16,0 0-16,30 0 16,-59-29-16</inkml:trace>
  <inkml:trace contextRef="#ctx0" brushRef="#br0" timeOffset="-66188.2">26119 15615 0,'59'59'47,"-59"29"-32,58-88-15,-58 58 16,59-146 31,-59 0-47,59 88 15,-59-58 1,58 58-16,1 29 16,-59 88-1,0-29-15</inkml:trace>
  <inkml:trace contextRef="#ctx0" brushRef="#br0" timeOffset="-63622.74">26941 16114 0,'58'0'63,"1"-59"-63,0 59 16,29 0-1,-29 0 1,-59 30-16,-30-30 15</inkml:trace>
  <inkml:trace contextRef="#ctx0" brushRef="#br0" timeOffset="-63500.45">27029 16290 0,'29'0'16,"30"0"0,-1 0-16,1 0 0</inkml:trace>
  <inkml:trace contextRef="#ctx0" brushRef="#br0" timeOffset="-62955.96">27880 15674 0,'58'0'31,"-58"-59"-16,89 59-15,28 29 16,-117 30 0,0 0-1,0-1-15,-88 1 0,29 0 16,0-59-16,59 88 16,0-29-1,30-59 1,58 0-1,-29 0-15,-1 0 16,1 0-16,0 0 16,-59-30-16</inkml:trace>
  <inkml:trace contextRef="#ctx0" brushRef="#br0" timeOffset="-62427.8">28261 15233 0,'30'0'47,"-30"59"-47,0 0 15,58 0-15,-58-1 16,0 1-16,59-88 47,-59-89-16,59 118-31,-1 0 16,-58 88 15,0 0-15,59-29-16</inkml:trace>
  <inkml:trace contextRef="#ctx0" brushRef="#br0" timeOffset="-61935.96">29318 14940 0,'-30'0'47,"-28"147"-47,-89 58 16,30 59-16,29 0 16,88-87-1,0-1-15,0-30 0,0-57 16,29-1-16,30-30 15,-1-58-15,60 88 16,-60-88-16,30 0 31,-88-29-15</inkml:trace>
  <inkml:trace contextRef="#ctx0" brushRef="#br0" timeOffset="-61235.97">29171 15732 0,'59'0'63,"87"0"-63,-57 0 16,-89-117-1,58 58-15,-58-29 16,0 30 15,-29 58 0,29 117-15,0-58-16,0 29 16,0 0-16,0 0 15,0-29-15,29-1 16,-29 30-1,59-88-15</inkml:trace>
  <inkml:trace contextRef="#ctx0" brushRef="#br0" timeOffset="-61042.17">29376 16143 0,'59'0'47,"0"0"-47,29 0 15,-29 0 1,-1 0-16,1 0 0,0 0 16</inkml:trace>
  <inkml:trace contextRef="#ctx0" brushRef="#br0" timeOffset="-60763.9">30140 15938 0,'88'0'16,"-30"0"-1,1 0-15,-30 0 16,89 0 0,-60-88-16</inkml:trace>
  <inkml:trace contextRef="#ctx0" brushRef="#br0" timeOffset="-60599.95">30404 15644 0,'-59'0'0,"59"59"16,29 0 15,-29-1-31,0 31 0,0-1 15,0 0 1,0-30-16</inkml:trace>
  <inkml:trace contextRef="#ctx0" brushRef="#br0" timeOffset="-59896.02">30844 15410 0,'88'0'63,"-29"0"-63,-1 0 31,-58 29-15,0 30 31,59-59-32,-59 58 1,0 1 0,-59 0-1,1-59-15,-1 58 16,0-58-1,59 59-15,59-59 63,29 0-47,0 88-1,29-88-15,-117 30 16,59-30-16,-59 58 31,-59 30-15,30-88-1,-88 0-15,58 59 16,0-59 0</inkml:trace>
  <inkml:trace contextRef="#ctx0" brushRef="#br0" timeOffset="-59682.76">31401 15175 0,'88'29'15,"30"88"1,29 30-16,-1 0 0,30 29 0,-88-88 16,-88 59-16,0-30 15,-29 30-15,-235 0 16</inkml:trace>
  <inkml:trace contextRef="#ctx0" brushRef="#br0" timeOffset="-53763.39">29699 14470 0,'0'-58'0,"0"87"47,0 0-16,59-29-15,-59 59-1</inkml:trace>
  <inkml:trace contextRef="#ctx0" brushRef="#br0" timeOffset="-53439.6">29817 14412 0,'0'-59'0,"58"59"31,1 0-15,29 0-16,0 0 15,59 0-15,29 0 16,0 0-16,-59 0 16,1 0-16,-59 0 15,-30 0-15,30 0 0,-1 0 16,-58 29-16,59-29 15,-59 88-15,0 30 16,0-60-16,0 1 16,0-30-16,0 30 15</inkml:trace>
  <inkml:trace contextRef="#ctx0" brushRef="#br0" timeOffset="-52941.84">30961 13560 0,'0'88'16,"-29"-29"-1,29 0-15,0-1 16,0 31-16,0-1 16,-59-88-1</inkml:trace>
  <inkml:trace contextRef="#ctx0" brushRef="#br0" timeOffset="-52725.19">31196 13707 0,'-29'0'32,"29"29"-32,0 30 15,0 0-15,-59 0 16,59-1-16,0 1 15,29-59 1</inkml:trace>
  <inkml:trace contextRef="#ctx0" brushRef="#br0" timeOffset="-52343.28">31636 13208 0,'59'0'31,"-59"88"1,-29-29-17,29 0-15,0-1 16,0 1 0,58-59-1,30 0 1,0 0-16,59 0 0,0-29 15,-59 29 1,0-59-16,-29 59 16</inkml:trace>
  <inkml:trace contextRef="#ctx0" brushRef="#br0" timeOffset="-52136.08">32076 13267 0,'0'88'16,"0"0"0,0 59-16,0 29 15,0 117 1,-88-87-16</inkml:trace>
  <inkml:trace contextRef="#ctx0" brushRef="#br0" timeOffset="-50121.57">27674 16789 0,'-88'59'16,"30"-59"-1,58 59-15,-118-59 16,89 0 0,29 58-16,-59-58 15,1 0 1,87-29 62,59 29-78,0 0 16,29-88-16,-29 88 15,-29 0-15,0 0 16,29 59-16</inkml:trace>
  <inkml:trace contextRef="#ctx0" brushRef="#br0" timeOffset="-49966.98">27557 17141 0,'-59'0'16,"177"0"30,-30 0-46,0 0 16,-30 0-16,1 0 0</inkml:trace>
  <inkml:trace contextRef="#ctx0" brushRef="#br0" timeOffset="-49645.47">28379 16818 0,'0'30'15,"0"117"1,0-59-16,-30 0 16,30 29-1,0-58-15,0-30 0,30-29 32,-30 59-32,117-59 0,0 0 15,-28 0-15</inkml:trace>
  <inkml:trace contextRef="#ctx0" brushRef="#br0" timeOffset="-49458.69">28731 17259 0,'-59'0'0,"59"58"31,0 1-31,0 0 15,0 29-15,0 0 16,0 59-16,0-30 16</inkml:trace>
  <inkml:trace contextRef="#ctx0" brushRef="#br0" timeOffset="-49024.02">28966 16877 0,'29'0'47,"30"0"-31,-59 30-16,0 28 15,0 1 1,0 0-16,0-1 15,0 1-15,-30-59 16,30 59-16,59-59 31,0 0-31,-1 0 16,1 0-16,0 0 16,29 0-16,0 0 15</inkml:trace>
  <inkml:trace contextRef="#ctx0" brushRef="#br0" timeOffset="-48696.11">29494 16818 0,'29'0'47,"-29"118"-47,59-118 0,0 0 47,-59-29-31,58 29-16,-58-59 15,59 59-15,0 0 32,-1 59-1</inkml:trace>
  <inkml:trace contextRef="#ctx0" brushRef="#br0" timeOffset="-48553.26">30228 17376 0,'0'-29'15,"88"29"1</inkml:trace>
  <inkml:trace contextRef="#ctx0" brushRef="#br0" timeOffset="-26165.61">24123 15204 0,'-58'-59'15,"-1"59"16,59-29-15,-29 29 15,-89 0 1,30 0-17,0 0 1,-59 0-16,30 0 15,58 0 1,1 0-16,-1 29 16,0-29-16,1 0 15,-1 59 1,0-59-16,-29 0 0,29 88 16,-58-88-1,0 88-15,-1-88 0,60 59 0,-30-59 16,-1 88-16,31-88 15,-30 117 1,58-117-16,30 30 16,-58-30-16,58 58 15,-59-58-15,59 59 16,0 29-16,0 30 16,0-30 15,0-30-31,0 1 15,0 0 1,0-1 0,0-28-1,0 29 1,0-1 0,0 1 15,59-59-31,-59 59 0,88-59 15,-30 0 1,-58 58-16,88-58 16,-29 0-16,0 0 15,0 0-15,-1 59 0,30-59 0,30 0 16,-1 0 0,-29 0-16,59 0 15,-30 0-15,30 0 0,-59 0 16,29 0-1,30 0-15,-59 0 16,0 0-16,30 0 16,-30 0-16,0 0 15,0 0-15,0 0 16,29 0-16,-29 0 16,0 0-16,-29 0 15,0 0-15,-1 59 16,1-59-16,29 88 15,0-88 1,-29 0-16,0 0 16,-1 0-16,1 0 15,0 0-15,-1 0 16,1 0-16,58 0 16,-58 0-1,0 0-15,-1 0 16,89-59-1,-88 59-15,0 0 16,29-59-16,0 59 16,-88-58-1,88 58-15,29-59 16,-58 59 0,-59-59-1,58 59-15,-58-58 16,89 58-16,-89-59 15,88 59-15,-88-59 16,58 0-16,-58 1 31,59 58-31,-59-88 0,59 88 16,-59-59-16,88 59 16,-88-88-1,88 88-15,-88-59 0,0 1 16,0-1-1,0-29 1,0 0 0,0-30-1,0 30 1,-59 88-16,-29-88 16,29 29-1,1 59-15,-1-117 0,0 58 16,1 1-16,-60-1 15,30 59-15,-59-117 0,-29 117 32,-117 0-32,-118 0 0,-88 205 0,-29 59 31,29 147-31,88-29 0</inkml:trace>
  <inkml:trace contextRef="#ctx0" brushRef="#br0" timeOffset="-22678.63">27058 14030 0,'59'-117'16,"-1"117"0,60-59-16,87 59 15,30-88-15,0 88 16,-30-88-16,-58 88 15,-59 0-15,-29 0 16,-1 0-16,-146 0 47</inkml:trace>
  <inkml:trace contextRef="#ctx0" brushRef="#br0" timeOffset="-17467.5">28320 18110 0,'59'0'141,"-1"0"-126,30 0-15,30 0 16,-1 0 0,30 0-16,-30 0 0,30 0 15,-59 0-15,-29 0 16,-1 0-16,31 0 16,-119 0 30,-29 59-30</inkml:trace>
  <inkml:trace contextRef="#ctx0" brushRef="#br0" timeOffset="-9686.73">5459 14852 0,'58'0'78,"-58"59"0,0-1-62,0 1 0,0 0-16,0 29 15,0-30 1,59 1-1,29-59 17,-29 0-32,-1 0 15,1-29-15,0 29 0</inkml:trace>
  <inkml:trace contextRef="#ctx0" brushRef="#br0" timeOffset="-9313.63">5869 15175 0,'-58'-59'0,"58"118"16,0-1 0,0 1-16,-59 59 15,59-30-15</inkml:trace>
  <inkml:trace contextRef="#ctx0" brushRef="#br0" timeOffset="-8404.46">6632 15263 0,'0'29'32</inkml:trace>
  <inkml:trace contextRef="#ctx0" brushRef="#br0" timeOffset="-7732.3">6897 14793 0,'58'0'63,"30"0"-48,-88 29-15,59-29 16,-59 89-16,0-31 0,0 30 16,-29 0-1,29-29-15,-59 0 16,59-1-16,0-58 15,29 0-15,30 0 16,29 0 0,-29 0-16,29 0 0,0-29 0,-30 29 15,-58-59 1</inkml:trace>
  <inkml:trace contextRef="#ctx0" brushRef="#br0" timeOffset="-6356.07">7337 14617 0,'0'29'47,"29"-29"-47,-29 88 16,0-29-16,59-59 15,-1 0 17,-58-59-32,30 59 0,-30-88 15,88 30 1,-29 58 15,-30 0-15,-29 58-16,0 1 15,0 29-15,0-29 16</inkml:trace>
  <inkml:trace contextRef="#ctx0" brushRef="#br0" timeOffset="-6041.75">7748 15028 0,'58'0'32,"1"-29"-32,0 29 15,-1 0-15,30 0 16,-88 29 0,-58-29-16</inkml:trace>
  <inkml:trace contextRef="#ctx0" brushRef="#br0" timeOffset="-5910.89">7836 15204 0,'29'0'16,"30"0"-16,29 0 16,0 0-16,-30 0 15</inkml:trace>
  <inkml:trace contextRef="#ctx0" brushRef="#br0" timeOffset="-5114.28">8657 14646 0,'88'0'0,"-29"0"0,29 0 16,-29 30 15,-59 28-31,0 30 15,0 30-15,-59-59 16,59-1-16,-59-58 16,59 59-16,30-59 31,29 0-31,29 0 16,-30 0-16,1 0 15,0 0-15,-1 0 16,-58-29-16,59 29 15</inkml:trace>
  <inkml:trace contextRef="#ctx0" brushRef="#br0" timeOffset="-4594.03">9098 14294 0,'0'-59'16,"58"59"-1,30 0 1,-29 0 0,-59 30-1,-29 117 17,-59-59-17,117-88 1,59 0-16,29 0 15,1 0 1,-30-30-16,-29 30 16</inkml:trace>
  <inkml:trace contextRef="#ctx0" brushRef="#br0" timeOffset="2975.38">9861 15087 0,'0'-30'0,"-30"30"0,30 30 32,30-30-17</inkml:trace>
  <inkml:trace contextRef="#ctx0" brushRef="#br0" timeOffset="3343.61">10154 14588 0,'59'0'0,"-59"-59"16,88 59-16,-29 0 15,-1 0-15,60 59 16,-118-1-1,0 30-15,0 30 16,-30-30-16,-58 0 16,88-29-16,-58-59 15,58 58 1,88-58 0,0 0-1</inkml:trace>
  <inkml:trace contextRef="#ctx0" brushRef="#br0" timeOffset="3795.13">10712 14412 0,'58'58'63,"-58"1"-48,59-59-15,0 0 32,-59-59-17,58 1-15,-58 87 63,59 30-63,-59-1 0</inkml:trace>
  <inkml:trace contextRef="#ctx0" brushRef="#br0" timeOffset="4242.95">11299 14705 0,'29'0'31,"118"0"-15,-89 0-1,1 0-15,-59 29 0</inkml:trace>
  <inkml:trace contextRef="#ctx0" brushRef="#br0" timeOffset="4392.63">11357 14999 0,'88'0'47,"0"-30"-47</inkml:trace>
  <inkml:trace contextRef="#ctx0" brushRef="#br0" timeOffset="4804.45">12062 14588 0,'0'-59'0,"88"59"31,-30 0-31,30 0 16,-29 0-1,-59 29 1,0 30 0,-59 29-16,-29 29 15,88-58-15,-29-59 16,29 59-16,59-59 31,29 0-15,-30 0-16,31 0 15,-31 0-15</inkml:trace>
  <inkml:trace contextRef="#ctx0" brushRef="#br0" timeOffset="5347.2">12737 14147 0,'0'30'47,"29"116"-16,-29-87-15,0-88 15,117-30-31,-58-58 15,0 117 32,-59 29-47,0 30 16,0-1 0,0 1-16</inkml:trace>
  <inkml:trace contextRef="#ctx0" brushRef="#br0" timeOffset="5591.5">13382 14059 0,'59'0'31,"0"0"-15,-1 59 15,-58 58-15,0-58-16,0 0 15</inkml:trace>
  <inkml:trace contextRef="#ctx0" brushRef="#br0" timeOffset="5826.12">13353 14265 0,'59'-59'47,"87"59"-32,-58 0-15,-29 0 16,0 0-16,-1 0 16</inkml:trace>
  <inkml:trace contextRef="#ctx0" brushRef="#br0" timeOffset="6128.7">13911 14001 0,'117'0'0,"-58"0"15,-30 0-15,30 0 0,-1 0 16,1 0 0,-59 29-16,0 30 15,-88-59 1,88 88-16,-88-88 16,88 58-1,88-58 1,59-29-16,-30 29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25:27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6368 7044 0,'-58'0'31,"146"0"141,0 0-172,29-29 16,-29 29-1,59 0-15,-30 0 16,1 0-16,28 0 16,-58 0-16,0 0 0,30 0 15,-30 0 1,88 0-16,0 0 16,-59 0-16,30 0 15,-88 0-15,0 0 16,-1 0-16,1 0 0,-59-59 125</inkml:trace>
  <inkml:trace contextRef="#ctx0" brushRef="#br0" timeOffset="3852.63">6222 8746 0,'58'0'203,"30"0"-203,0-58 16,-29 58-1,29 0-15,-29 0 31,-1 0-31,1 0 0,0-88 16,0 88-16,-1 0 16,1 0-16,29 0 15,29 0 1,-29 0 0,0 0-1,0 0 1,-29 0-1,0 0-15,0 0 16,-1 0-16,1 0 16,0 0-16,-1 0 15,1 0-15,-30 0 0,30 0 16,58 0 0,-28 0-1,-31-59-15,1 59 16,0 0-16,-1 0 15,30 0 1,0 0 0,0 0-1,-29 0-15,29 0 16,-29 0 0,0 0-16,-1 0 15,1 0-15,0 0 16,-1 0-16,1 0 0,0 0 15,-1 0-15,1 0 16,0 0-16,-30 0 16,30 0-16,0 0 15,-1 0-15,1 0 16,0 0-16,-1 0 16,30-59-16,30 59 0,-30 0 15,0 0 1,0 0-16,0 0 15,29 0-15,-29 0 16,0 0-16,0 0 0,0 0 16,30 0-16,-89 0 15,30 0-15,0 0 16,-1 0-16,1 0 0,0 0 16,-1 0-1,1 0-15,0 0 16,-1 0-16,30 0 15,-29 0 1</inkml:trace>
  <inkml:trace contextRef="#ctx0" brushRef="#br0" timeOffset="9276.45">7630 9216 0,'-58'0'94,"-1"0"-94,59 29 15,-59 89 1,59-59-1,118-59 1,-60 0 0,1-30-16,0 30 15,-1-88-15,-58 29 0,0 1 16,0-1 15,-29 59-15,-30 0 15,59 29-15</inkml:trace>
  <inkml:trace contextRef="#ctx0" brushRef="#br0" timeOffset="9501.34">7894 9275 0,'0'58'15,"-58"-58"-15,58 59 0,0 0 16,58-59-16,-58 29 16,88-29-1,-29 0 1,-59 59-16</inkml:trace>
  <inkml:trace contextRef="#ctx0" brushRef="#br0" timeOffset="9946.87">8364 9480 0,'59'0'31,"-59"-29"-15,88 29-16,-88-59 15,88 0-15,-88 1 0,0-1 16,0 118 62,0-1-62,0 31-16,0-1 0,0-30 15,0 30 1</inkml:trace>
  <inkml:trace contextRef="#ctx0" brushRef="#br0" timeOffset="10136.87">8511 9656 0,'0'59'47,"58"-59"-31,60 0-1,-60 0-15,60 0 0,-118-29 16</inkml:trace>
  <inkml:trace contextRef="#ctx0" brushRef="#br0" timeOffset="10726.41">9450 9275 0,'29'0'31,"88"0"-15,-28 0 0,-1 0-16,0 0 0,-30 0 15</inkml:trace>
  <inkml:trace contextRef="#ctx0" brushRef="#br0" timeOffset="10847.59">9538 9744 0,'58'0'16,"60"0"0,-30-29-1,-29 29-15</inkml:trace>
  <inkml:trace contextRef="#ctx0" brushRef="#br0" timeOffset="12452.18">10653 9157 0,'0'-58'16,"29"58"15,59 0-31,-29 58 16,-59 1-1,0 0-15,0-1 0,0 1 16,-29 0-16,29 0 16,-59-59-1,59 58-15,59-58 63,29 0-63,29 0 31,-88 0-15</inkml:trace>
  <inkml:trace contextRef="#ctx0" brushRef="#br0" timeOffset="13276.52">11504 9333 0,'-59'0'16,"59"59"15,0 0-15,30-59-1,58 0 1,-30 0-16,30 0 16,-88-59-1,89 0 1,-89 1-16,0-30 16,-89 88-1,1 0 1,30 0-1,58 58 1,29 1 0</inkml:trace>
  <inkml:trace contextRef="#ctx0" brushRef="#br0" timeOffset="13450.12">11827 9510 0,'-59'0'0,"59"88"0,0-30 31,30 1-15,28-59 0</inkml:trace>
  <inkml:trace contextRef="#ctx0" brushRef="#br0" timeOffset="13770.29">12179 9627 0,'0'29'15,"88"59"1,-29-88-1,-1 0-15,1-58 32,0-30-32,-59 29 15,-59 59 1,0 0 0,1 0-16,-1 0 15,0 0 1,59 29-1</inkml:trace>
  <inkml:trace contextRef="#ctx0" brushRef="#br0" timeOffset="14350.33">13177 9422 0,'-59'0'0,"88"0"47,30 0-47,0 0 0,29 0 0,-29 0 16,29 0 0,-30-59-1</inkml:trace>
  <inkml:trace contextRef="#ctx0" brushRef="#br0" timeOffset="14549.87">13500 9245 0,'-59'0'16,"59"30"15,0 28-31,0 31 0,0-1 16,0 0-1,0-30-15</inkml:trace>
  <inkml:trace contextRef="#ctx0" brushRef="#br0" timeOffset="15269.37">14175 8981 0,'-30'0'0,"60"0"47,58 0-16,-30 0-31,-58 30 32,0 58-17,-58-88 1,-30 117-1,29-58-15,59-1 16,0 1 0,29 0-1,30-59 1,-59 88 0,0-29-1,-29-1 16,-30-58-15</inkml:trace>
  <inkml:trace contextRef="#ctx0" brushRef="#br0" timeOffset="15999.17">13470 9451 0,'-58'0'15,"146"0"17,0 0-1,-30 0-31,1 0 0</inkml:trace>
  <inkml:trace contextRef="#ctx0" brushRef="#br0" timeOffset="19539.5">7513 10830 0,'-30'0'109,"-28"59"-78,58 0-31,-59 0 16,59-1-16,0 30 15,117-88-15,-28 0 16,-31 0-16,1 0 16,0-29-16,-59-30 15,88 1-15,-88-1 0,0 0 16,0 0 0,0-29-16,-30 88 0,-28 0 15,-1 0 1,0 0-1,59 59-15,0 0 0,0 0 32,59-1-32</inkml:trace>
  <inkml:trace contextRef="#ctx0" brushRef="#br0" timeOffset="19718.16">7865 11036 0,'0'59'16,"0"-1"-1,0 30 1,0-29 0,88-59-16,-29 0 15</inkml:trace>
  <inkml:trace contextRef="#ctx0" brushRef="#br0" timeOffset="20077.9">8247 11095 0,'58'0'47,"-58"29"-47,59 30 16,-59-1-1,-59-58 1,59 59-1,-58-59-15,87 0 47,88 0-31</inkml:trace>
  <inkml:trace contextRef="#ctx0" brushRef="#br0" timeOffset="20538.03">9039 10977 0,'59'0'31,"29"0"-15,29 0 0,-58 0-16,-30 0 0,30 0 15</inkml:trace>
  <inkml:trace contextRef="#ctx0" brushRef="#br0" timeOffset="20671.93">9098 11212 0,'29'0'15,"30"0"1,29 0-16,0 0 16,-30-29-1,1 29-15</inkml:trace>
  <inkml:trace contextRef="#ctx0" brushRef="#br0" timeOffset="21190.48">10154 10713 0,'0'-59'15,"88"59"17,0 0-32,-29 0 15,0 0-15,-59 30 0,58-30 16,-58 146-16,0-87 16,-88 29-1,0 30-15,-29-60 0,87-58 16,30 59-16,0 0 31,59-59-15,29 0-16,0 0 15,0 0-15,30 0 16,-60-59-16</inkml:trace>
  <inkml:trace contextRef="#ctx0" brushRef="#br0" timeOffset="22230.85">8305 11300 0,'-58'0'0,"146"0"63,29 88-47,-29-88-16,0 0 15,0 0-15,-29 0 16</inkml:trace>
  <inkml:trace contextRef="#ctx0" brushRef="#br0" timeOffset="23197.81">11211 10830 0,'-30'89'46,"30"-31"-46,0 1 0,0-30 16,0 30 0,30-59-1,58 0 1,-88-29-16,58 29 0,-58-88 16,0 29-1,0 0-15,0 30 16,0-30-16,-29-29 0,-59 88 31,0 59-15,88 29-1,88-29 1</inkml:trace>
  <inkml:trace contextRef="#ctx0" brushRef="#br0" timeOffset="23345.55">11357 10977 0,'0'59'0,"0"0"15,59-59 1,-59 58 0,88-58-16,-29 0 15</inkml:trace>
  <inkml:trace contextRef="#ctx0" brushRef="#br0" timeOffset="23537.68">11709 11124 0,'0'59'31,"0"29"-15,0-30 0</inkml:trace>
  <inkml:trace contextRef="#ctx0" brushRef="#br0" timeOffset="24193.14">12355 10830 0,'0'59'46,"0"0"-30,0 0-16,0-1 16,0 1-1,29-59 1</inkml:trace>
  <inkml:trace contextRef="#ctx0" brushRef="#br0" timeOffset="24471.41">12267 10919 0,'29'0'47,"1"0"-31,28 0 0,-58 29-1,59-29 1</inkml:trace>
  <inkml:trace contextRef="#ctx0" brushRef="#br0" timeOffset="25378.11">12795 10654 0,'59'0'16,"0"0"-1,29 0 1,-30 0-1,-58 30 1,59-30-16,-59 29 31,-29-29-31,-30 0 16,59 59-16,-59-59 16,59 58-1,-58-58 1,58 59 15,-59-59 32,88 0 77,30 0-140,29 0 16,-29 0-1,-59 59-15,58-59 16,-58 59 0,0 29-1,0 0 1,-29 0-16,-59-88 16,0 0-16,-29 0 15,87 0-15,30-30 16</inkml:trace>
  <inkml:trace contextRef="#ctx0" brushRef="#br0" timeOffset="27768.41">11475 9862 0,'0'29'78,"0"30"-62,-30-59-1,30 59-15,-58-59 32,58 58-32,-59-58 15,59 59-15,-59-59 16</inkml:trace>
  <inkml:trace contextRef="#ctx0" brushRef="#br0" timeOffset="28019.2">11211 10097 0,'-59'0'16,"59"58"-1,0 30 1,0-29-1,29-59-15,30 0 16,0 0-16</inkml:trace>
  <inkml:trace contextRef="#ctx0" brushRef="#br0" timeOffset="29523.48">10682 9803 0,'0'29'93,"0"30"-77</inkml:trace>
  <inkml:trace contextRef="#ctx0" brushRef="#br0" timeOffset="30537.76">10712 9891 0,'58'0'16,"60"0"-1,-89 0 17,30 0-32,88 0 15,-89 0 1,1 0 0,0 0-1,-1 0 1,-28 0 15,28 0-15,1 0-16,0 0 47,29 0-32,-30 0 1,1 0-16,29 0 31,30 0-15,-30 0-1,-30 59-15,1-59 32,0 0-17,-1 0 1,1 0-1,0 0-15,-59 59 0,59-59 16,29 0 0,0 0 15,0 0-31,-30 0 31,1 0 0,29 0-15,-29 0 0,29 0-16,-30 0 15,1 58 1,0-58 0,29 0-1,-29 0 1,-1 0-16,1 0 15,0 0-15,29 0 16,29 0 0,-88 0-1,89 0 1,-59 0 15,-59-58-15,0-1 15</inkml:trace>
  <inkml:trace contextRef="#ctx0" brushRef="#br0" timeOffset="31208.77">14116 10977 0,'59'0'15,"58"0"1,-29 0-16,0 0 16,-29 0-16,0 0 15</inkml:trace>
  <inkml:trace contextRef="#ctx0" brushRef="#br0" timeOffset="31322.23">14263 11241 0,'88'0'15,"-30"0"1,-28 0-16</inkml:trace>
  <inkml:trace contextRef="#ctx0" brushRef="#br0" timeOffset="32248.89">15026 10596 0,'-59'0'0,"88"0"31,1 0-31,28 0 16,1 0-1,0 0-15,-1 58 16,-58 30-1,-29 59 1,-30-147 0,-29 88-16,30-88 0,58 59 15,0 0 1,29-59 0,59 88-16,0-88 15,0 0 1,30 0-16,-60 0 15</inkml:trace>
  <inkml:trace contextRef="#ctx0" brushRef="#br0" timeOffset="33537.62">16258 10126 0,'0'-59'16,"-29"147"31,29 0-47,-147 59 15,59 0 1,29 58-16,-29 30 15,88 29-15,0-87 16,0-60-16,0-29 16,30 0-16,58-88 15,0 59 1,-29-59 0,-89 0 46</inkml:trace>
  <inkml:trace contextRef="#ctx0" brushRef="#br0" timeOffset="34059.28">16464 10654 0,'29'0'31,"30"0"-15,29 0-16,-88 30 15,0 58 1,0-30-16,0 1 16,-88 0-16,0 0 15,29-1 1,59 1 15,29-59-31,30 0 16,0 0-16,29 0 15,-29 0-15,-1 0 16</inkml:trace>
  <inkml:trace contextRef="#ctx0" brushRef="#br0" timeOffset="34362.83">16933 10860 0,'-58'0'0,"58"29"0,0 30 16,0 0 15,29-59-31,30 0 16,-1 0-16,1 0 15,-59-59-15,59 59 16,-59-59-16,0-58 16,-30 117-1,30-30-15,-88 30 0,30 0 32,58 59-17,29 0 1</inkml:trace>
  <inkml:trace contextRef="#ctx0" brushRef="#br0" timeOffset="34499.17">17109 10977 0,'0'88'32,"0"-29"-17,59-59-15,0 0 16,-1 0-16,1 0 15</inkml:trace>
  <inkml:trace contextRef="#ctx0" brushRef="#br0" timeOffset="34786.98">17462 11065 0,'-59'59'15,"59"29"1,29-88-16,-29 59 16,88-59-16,-29 0 15,0-30-15,-59-58 16,0 30 0,0-30-1,-30 88 1,-28 0-1,58 58 1,0 1 0</inkml:trace>
  <inkml:trace contextRef="#ctx0" brushRef="#br0" timeOffset="35191.8">18048 10889 0,'-58'0'0,"116"0"47,1 0-47,0 0 16,0 0-16,-1 0 0,30 0 15</inkml:trace>
  <inkml:trace contextRef="#ctx0" brushRef="#br0" timeOffset="35425.12">18283 10742 0,'0'88'31,"0"-29"-31,-58 0 15,58 0-15,0-1 16,0 1-16,0-30 0</inkml:trace>
  <inkml:trace contextRef="#ctx0" brushRef="#br0" timeOffset="36076.25">18723 10625 0,'59'0'47,"29"0"-31,0 0 0,0 0-1,-88 29 16,-29 30-15,-30-59 0,1 88-16,-1-29 15,59 0 1,59-1 0,29-58-1,-88 59 1,58-59-16,-116 0 62,-30 0-62,0 0 0,-30 88 16,30-88-16,29 0 16</inkml:trace>
  <inkml:trace contextRef="#ctx0" brushRef="#br0" timeOffset="36411.24">19193 10302 0,'0'-117'0,"0"146"16,147 88-1,88 60-15,-89 28 0,-58 1 16,-88-30-1,0-30-15,0-58 16,-117 59-16,29-59 16,-59 0-16,0-88 0</inkml:trace>
  <inkml:trace contextRef="#ctx0" brushRef="#br0" timeOffset="37107.23">20690 10654 0,'0'59'32,"58"29"-17,-58-29 1,0-30-16,0 30 0,0 0 16,0-1-1</inkml:trace>
  <inkml:trace contextRef="#ctx0" brushRef="#br0" timeOffset="37307.37">20602 10860 0,'117'0'31,"-58"0"-15,29 0 0,-29 0-16</inkml:trace>
  <inkml:trace contextRef="#ctx0" brushRef="#br0" timeOffset="37975.58">21453 10302 0,'29'0'31,"30"0"-15,29 0-1,-88 29 1,59-29-16,-59 59 15,-59 0 1,0-59 0,59 59-16,-59-59 15,59 58 1,0 1 0,0 0-1,30-1 1,-30 1-1,58 0 1,-87-59 47,-88 0-63,-1 0 15</inkml:trace>
  <inkml:trace contextRef="#ctx0" brushRef="#br0" timeOffset="48751.75">22069 10742 0,'29'0'47,"30"0"-16,0 0-15</inkml:trace>
  <inkml:trace contextRef="#ctx0" brushRef="#br0" timeOffset="48876.76">22069 11007 0,'59'0'47,"-1"0"-47</inkml:trace>
  <inkml:trace contextRef="#ctx0" brushRef="#br0" timeOffset="51924.56">23155 10420 0,'0'-30'47,"29"30"-31,89 0-1,-30 0 1,0 0 0,-88 59-1,0 0-15,0-1 0,0 1 16,-30 0-16,30-1 31,-58 1-31,116-59 47,1 0-47,0 0 0,-1 0 31,1 0-31,-30 0 16</inkml:trace>
  <inkml:trace contextRef="#ctx0" brushRef="#br0" timeOffset="52589.39">23771 9979 0,'59'0'47,"29"0"-32,-29 0-15,-59 30 31,0 87-31,-59-117 0,59 88 16,-59-88 0,59 59-1,118-59 1,-30 0 0,0 0-1,0 0-15</inkml:trace>
  <inkml:trace contextRef="#ctx0" brushRef="#br0" timeOffset="54105.77">24593 10713 0,'29'0'32,"89"0"-17,-30 0 1,-30 0-16,1 0 0,29 0 16</inkml:trace>
  <inkml:trace contextRef="#ctx0" brushRef="#br0" timeOffset="54293.37">24828 10566 0,'0'30'31,"0"28"-16,0 1-15,0 29 16,0-29-16,29 29 16</inkml:trace>
  <inkml:trace contextRef="#ctx0" brushRef="#br0" timeOffset="54743.42">25503 10331 0,'88'0'32,"-30"0"-17,1 0-15,-59 30 16,59-30-16,-59 88 0,0-29 15,0-1-15,-88 30 16,0-29-16,29 0 16,0-59-1,59 58 1,30-58 0,28 0-16,30 0 15,0 0-15,0 0 16,1-29-16</inkml:trace>
  <inkml:trace contextRef="#ctx0" brushRef="#br0" timeOffset="55010.22">26119 10684 0</inkml:trace>
  <inkml:trace contextRef="#ctx0" brushRef="#br0" timeOffset="55728.13">26618 10361 0,'29'0'31,"30"0"-15,58 0 0,1 0-1,-60 0 1,-58 29-1,0 30-15,-117-59 16,29 88-16,29-88 16,59 59-16,-88-59 15,88 58 1,30 1 15,58-59-15,-30 59-16,60-59 15,-118 58 1,-118-58 15,60 59-15,-1-59-16,0 0 16,1 59-1</inkml:trace>
  <inkml:trace contextRef="#ctx0" brushRef="#br0" timeOffset="57329.99">27557 10772 0,'59'0'47,"29"0"-31,-30 0-16,1 0 15,0 0-15,-1 0 16,31 0 0</inkml:trace>
  <inkml:trace contextRef="#ctx0" brushRef="#br0" timeOffset="57516.71">27762 10596 0,'0'-59'16,"0"88"15,0 30-31,0 0 15,30 29-15,-30 0 16</inkml:trace>
  <inkml:trace contextRef="#ctx0" brushRef="#br0" timeOffset="58347.15">28555 10273 0,'0'-59'0,"117"59"47,-58 0-47,0 0 16,-59 59 0,0-1-1,0 1 1,-118 0-16,59 0 15,-29 58-15,88-58 32,30-59-17,58 0 1,-29 0 0,58 0-16,-58 0 15,-30 0-15</inkml:trace>
  <inkml:trace contextRef="#ctx0" brushRef="#br0" timeOffset="58744.87">29200 10273 0,'-29'0'0,"29"29"62,29-29-46,59 0-1,-29-59 1,-59 1 0,0 28-1,0-28 1,-29 58 0,-30 29-1,59 59 1</inkml:trace>
  <inkml:trace contextRef="#ctx0" brushRef="#br0" timeOffset="59847.35">29318 10185 0,'0'29'78,"29"-29"31,30 0 48,29 0-142,0 0 1,-29 0 0,-59-29-16,0-30 15,0 0 1,0 1-1,-59 58 1,0 0 0,1 0-16,-31 0 0,31 0 31,58 88-31,0 0 16</inkml:trace>
  <inkml:trace contextRef="#ctx0" brushRef="#br0" timeOffset="60343">29963 10596 0,'59'0'32</inkml:trace>
  <inkml:trace contextRef="#ctx0" brushRef="#br0" timeOffset="60880.59">30345 10302 0,'0'-59'0,"59"59"15,-1 0 1,30 0 0,-29 30-1,-59 28 32,-29 1-31,-59 0-1,88 29-15,0 29 16,0-58 15,0-30-15,58-29-16,-58 59 0,-88 29 62,-29-88-46</inkml:trace>
  <inkml:trace contextRef="#ctx0" brushRef="#br0" timeOffset="73626.83">15378 10067 0,'-59'0'63,"59"-29"-48,0-30 110,0 1-109,30-1 0,28 0 30,1 0-30,58 1 15,-87 58-15,58-59 0,-30 59-1,1-59 1,0 59-1,-1 0 1,-58-58-16,30 58 16,29 0-1,-1 0 1,1 0 0,0 0-1,-1 0 1,1 29-1,-59 30 17,59-59-17,-59 58-15,58 1 16,-58 0 0,0-1-1,59-58 1,-59 30-16,0 29 31,0-1 0,0 1-15,0 0 15,0-1-15</inkml:trace>
  <inkml:trace contextRef="#ctx0" brushRef="#br0" timeOffset="74166.5">16346 10155 0,'0'59'47,"0"0"-31,0-1 15,30-58 156,28 0-171,1 0 0,-59-58-16,117-30 15,-117 29-15,89 0 0,-89-29 16,0 0-1,0 29-15,0-29 16,58 88 0,-58 30-1</inkml:trace>
  <inkml:trace contextRef="#ctx0" brushRef="#br0" timeOffset="75212.5">23566 11271 0,'29'-30'15,"30"30"-15,-1 0 16,1 0-16,0 0 16,29 0-1</inkml:trace>
  <inkml:trace contextRef="#ctx0" brushRef="#br0" timeOffset="75345.6">23712 11388 0,'59'59'32,"29"-59"-17,0 0-15</inkml:trace>
  <inkml:trace contextRef="#ctx0" brushRef="#br0" timeOffset="77309.75">24211 10654 0,'-58'-58'16,"-1"58"31,0 88-32,59-30-15,0-28 16,-58 58-16,58 0 16,58-88-1,30 0-15,59 0 16,-147-59 0,88-29-16,-88 29 15,0-29 1,-29 88 31,29 30-32,0 58-15</inkml:trace>
  <inkml:trace contextRef="#ctx0" brushRef="#br0" timeOffset="77467.03">24358 10830 0,'0'59'47,"0"0"-47,59-59 32,-59 59-32,59-59 0</inkml:trace>
  <inkml:trace contextRef="#ctx0" brushRef="#br0" timeOffset="77759.28">24534 11065 0,'-29'0'15,"29"88"1,0-29-1,29-59-15,30 0 32,-59-29-17,0-30 1,0 0 0,0 118 30,-29-59-30</inkml:trace>
  <inkml:trace contextRef="#ctx0" brushRef="#br0" timeOffset="78248.06">24622 11183 0,'0'58'47,"59"-58"-32,29 0 1,-29 0-1,-59-29-15,58 29 16,-58-88-16,0 29 31,-29 59-31,-30 0 0,-29 0 16,0 0 0,-29 0-16,58 30 0,59 28 0,0 1 15,0 0 1</inkml:trace>
  <inkml:trace contextRef="#ctx0" brushRef="#br0" timeOffset="80388.97">15671 9598 0,'0'-59'62,"30"59"-46,28-88-16,1 29 31,0 59-15,-59-59-16,58 59 15,60-58 1,-30 58 0,0-88-1,59 88 1,-89 0-16,-58-30 0,88 30 16,-29 0-1,88-88 1,-118 88-16,30 0 0,58 0 15,-29 0 17,-29 0-32,0 0 15,-1 0-15,-28 0 16,28 0-16,1 0 16,0 0-16,0 30 15,-1-30-15,1 0 16,0 0-16,-1 58 15,1-58 1,-59 59-16,88-59 16,-88 59-16,117-59 15,-29 117 1,1-58 0,28 0-1,-58-1 1,-1 1-1,-58 0 1,59-59-16,-59 58 16,59-58-16,-59 59 15,58-59-15,-58 59 16,59-59-16,-59 59 16,59-59-16,-59 58 15,58 30 1,-58-29-1,59-59 1</inkml:trace>
  <inkml:trace contextRef="#ctx0" brushRef="#br0" timeOffset="80734.58">18342 10214 0,'-59'0'16,"59"59"-1,30-1 1,28-58-16,1 0 0,0 0 15,29 0 1,-30 0 0,1 0-16,0 0 15,-59-58-15,29 58 0,-29-88 16,0 0 0,0 29-1,59 59-15</inkml:trace>
  <inkml:trace contextRef="#ctx0" brushRef="#br0" timeOffset="82237.14">25561 9979 0,'-29'0'63,"58"0"-16,59 0-47,88 0 15,1 0-15,57 0 16,1 0-16</inkml:trace>
  <inkml:trace contextRef="#ctx0" brushRef="#br0" timeOffset="82882.39">25972 11183 0,'-58'0'16,"58"-30"15,29 30-15,88 0-1,59 0-15,30 59 31,-30-59-31,-88 0 0</inkml:trace>
  <inkml:trace contextRef="#ctx0" brushRef="#br0" timeOffset="84678.97">21335 11506 0,'30'0'31,"28"0"-31,1-30 0</inkml:trace>
  <inkml:trace contextRef="#ctx0" brushRef="#br0" timeOffset="84809.15">21365 11594 0,'29'0'16,"59"0"-1</inkml:trace>
  <inkml:trace contextRef="#ctx0" brushRef="#br0" timeOffset="85817.61">28643 11065 0,'29'0'46,"30"0"-30,29 0 0,-29 0-1,-89 0-15</inkml:trace>
  <inkml:trace contextRef="#ctx0" brushRef="#br0" timeOffset="85905.24">28584 11212 0,'88'0'31,"0"0"-15,-29 0-16</inkml:trace>
  <inkml:trace contextRef="#ctx0" brushRef="#br0" timeOffset="86244.64">30228 11652 0,'-59'0'16,"176"0"-1,1 0 1,28 0-16,-58 0 15</inkml:trace>
  <inkml:trace contextRef="#ctx0" brushRef="#br0" timeOffset="119362.31">14762 9333 0,'-30'30'109,"-28"29"-93,-1 29-1,0-88 1</inkml:trace>
  <inkml:trace contextRef="#ctx0" brushRef="#br0" timeOffset="119567.79">14586 9363 0,'-30'0'0,"30"29"63,30 89-48,-30-60-15,117 1 16,-117 0-16,29-59 0</inkml:trace>
  <inkml:trace contextRef="#ctx0" brushRef="#br0" timeOffset="120108.39">14996 9157 0,'59'0'63,"-30"0"-32,-29 30-15,0 87-1,-58-117-15,58 88 16,-59-88-16,59 118 16,0-60-1,0-28 1,29-30-16,59 0 16,-29 0-1,29-30 1</inkml:trace>
  <inkml:trace contextRef="#ctx0" brushRef="#br0" timeOffset="120678.91">15290 9187 0,'88'0'250,"-29"0"-234,-59-59-1,0 0 1,-30 59 31,-28 30-47,-31 28 15</inkml:trace>
  <inkml:trace contextRef="#ctx0" brushRef="#br0" timeOffset="122924.08">7953 11975 0,'-29'0'0,"58"0"62,30 0-46,29 0-16,29 0 15,-29 0-15</inkml:trace>
  <inkml:trace contextRef="#ctx0" brushRef="#br0" timeOffset="128904.3">23184 9598 0,'0'-59'15,"0"88"79,0 30-78,0 0-16,0-1 15,0 1 1</inkml:trace>
  <inkml:trace contextRef="#ctx0" brushRef="#br0" timeOffset="129143.35">23243 9392 0,'59'0'31,"-1"0"-31,60-59 16,-1 59-16,-29 0 0,0 0 15,0 30-15,-58-30 16,-30 88-16,117-29 0</inkml:trace>
  <inkml:trace contextRef="#ctx0" brushRef="#br0" timeOffset="129711.68">24182 11564 0,'29'0'47,"30"0"-31</inkml:trace>
  <inkml:trace contextRef="#ctx0" brushRef="#br0" timeOffset="129812.17">24182 11711 0,'0'59'15,"29"-59"1</inkml:trace>
  <inkml:trace contextRef="#ctx0" brushRef="#br0" timeOffset="152517.26">7572 13003 0,'0'58'47,"-59"-58"-32,59 88 1,0-29 0,0 0-1,29-1 1,30-58-1,0 0 1,-59-117 15,58 29-31,-58 29 0,0 1 16,0-1 0,-29 59-1,-30 0 1,30 0-1,29 29-15,0 30 16</inkml:trace>
  <inkml:trace contextRef="#ctx0" brushRef="#br0" timeOffset="153101.75">7777 13091 0,'0'88'32,"0"-30"-32,0 1 15,0 0-15,0 0 16,59 29 0,-1-30-1</inkml:trace>
  <inkml:trace contextRef="#ctx0" brushRef="#br0" timeOffset="154717.76">8129 13179 0,'59'0'46,"0"-88"-46,-1 88 16,1 0-16,29 0 16,-88 29-1,59-29 1,-59 59 0,-30-59-16,-28 117 15,-1-117-15,0 88 16,1-88-1,58 59 1,29-59 0,30 0-1,-1 0 1,30 0 0,-29 0-1,-59 59-15,88-59 16,-88 58-16,0 30 15,0-29 1,-88 29 0,-59 0-1,118-88-15,-30 0 16,59 59-16,-58-59 16,58-29-16</inkml:trace>
  <inkml:trace contextRef="#ctx0" brushRef="#br0" timeOffset="155200.14">9186 13179 0,'58'0'32,"30"0"-17,30 0-15,-60 0 16,-28 0 0</inkml:trace>
  <inkml:trace contextRef="#ctx0" brushRef="#br0" timeOffset="155306.82">9215 13472 0,'29'0'16,"59"0"-1,0 0-15,30 0 16</inkml:trace>
  <inkml:trace contextRef="#ctx0" brushRef="#br0" timeOffset="157072.23">10213 12768 0,'-59'0'16,"118"0"46,-59-30-62,88 30 16,29 0-16,-58 88 31,-59-29-31,0 29 16,0 0-16,0-29 0,-88 0 16,29-1-1,147 30 48,-29-88-63,-30 0 15,30 0-15,0 0 16,58 0-16</inkml:trace>
  <inkml:trace contextRef="#ctx0" brushRef="#br0" timeOffset="157437.9">10917 13003 0,'-59'0'0,"59"88"16,0-30-16,88 1 31,-29-59-31,0 0 0,0 0 16,29-59-1,-88 1-15,0-30 16,-30 29-1,-28 59 1,-1 0 0,0 0-16,59 29 15</inkml:trace>
  <inkml:trace contextRef="#ctx0" brushRef="#br0" timeOffset="157603.51">11328 13208 0,'0'59'31,"59"-59"-15,-1 88-16,1-88 15,0 0-15,-59 59 16</inkml:trace>
  <inkml:trace contextRef="#ctx0" brushRef="#br0" timeOffset="157928.44">11739 13208 0,'59'0'15,"-59"29"1,58-29 0,-58 118-16,0-59 15,-29-59-15,29 88 16,-59-88-16,59 58 15,59-58 17,29 0-32,59 0 0,-59-58 15,-30 58-15</inkml:trace>
  <inkml:trace contextRef="#ctx0" brushRef="#br0" timeOffset="158326.03">12649 13120 0,'117'0'32,"-29"0"-17,0 0-15,-29 0 0,29 0 16,-88-29 0</inkml:trace>
  <inkml:trace contextRef="#ctx0" brushRef="#br0" timeOffset="158512.53">12971 12944 0,'0'88'47,"0"29"-31,0 1-16,0-30 15,0 59-15,30-89 16</inkml:trace>
  <inkml:trace contextRef="#ctx0" brushRef="#br0" timeOffset="159224.4">13676 12738 0,'0'-58'16,"117"58"15,-29 0 0,-29 0-15,-59 29-1,-29 88 17,-60-58-17,89 0 1,0 0 0,59 29-1,29 0 1,-29 0-16,-59-30 62,-29-58-62,-59 0 16,29 59-16,0-59 16,0 59-16</inkml:trace>
  <inkml:trace contextRef="#ctx0" brushRef="#br0" timeOffset="190002.93">23977 11476 0,'-59'0'0,"0"0"15,59-58 1,-29 58-16,-30 0 31,0 0-15,1 0 31,87 0 140,30 0-171,0 0 15,-30 0-31,30 0 16,-1 0-1,1 29 1,0-29-1,58 0 1,-88 0 0,30 0-1,0 0 1,-1 0 0,1 0-1,0 0 1,0 0-1,-1 0 1,30 0 0,-29 0-1,0 0 1,-1 0 0,1 0 15,0 0-31,58 0 15,-58 0 1,0 0 0,-1 0-1,1 0 1,0 0 15,-1 0-15,30 0-1,-29 0 1,0 0-16,-1 0 16,30 0-16,1 0 31,-1 0-15,29 0-1,-29 0-15,0 0 16,0 0-1,0 0 1,30 0 0,-30 0-1,-30 0 1,30 0 0,0 0-1,0 0 1,-29 59-1,58-59 1,-28 0 0,-31 0-16,30 0 15,0 0 1,0 0 0,30 0-1,-89 0-15,30 0 16,-1 0-1,1 0-15,0 0 16,29 0 0,-29 0-1,-1 0 1,1 0 0,29 0-1,-29-30 1,-1 30-1,1 0 1,29 0 0,30 0-1,-30 0 1,0 0 0,0 0-16,29 0 15,-88 0 1,30 0-1,0 0-15,-1 0 0,1 0 16,0 0 0,0 0-16,-1 0 15,30 0-15,-29 0 16,0-58 0,-1 58-16,1 0 0,0 0 15,-1 0-15,30 0 16,-29 0-1,0 0 1,29 0 0,-88-59-16,88 59 15,0 0 1,-29 0 0,-1 0-1,1 0 1,0 0 31,-206 29 31</inkml:trace>
  <inkml:trace contextRef="#ctx0" brushRef="#br0" timeOffset="190986.98">15084 13149 0,'59'0'31,"29"0"1,0 0-17,-29 0-15</inkml:trace>
  <inkml:trace contextRef="#ctx0" brushRef="#br0" timeOffset="191126.36">15260 13325 0,'59'0'31,"0"0"-31,29-58 0,-29 58 16,-1 0-1</inkml:trace>
  <inkml:trace contextRef="#ctx0" brushRef="#br0" timeOffset="191603.16">16024 12797 0,'58'0'47,"1"0"-31,0 0-16,-59 88 16,58-29-16,-58 0 15,0 29-15,0-30 16,-58 1-16,-1 0 15,0-59-15,59 58 0,30-58 63,28 0-63,1 0 16,0 0-16,-1 0 15</inkml:trace>
  <inkml:trace contextRef="#ctx0" brushRef="#br0" timeOffset="192522.16">17432 12122 0,'-59'0'47,"1"147"-32,-30 0-15,88 58 16,-88 30-16,88 58 15,0 1-15,58-30 16,-58-29-16,118-30 16,-30-58-16,-88-59 15,147 0-15,-89 0 16,-58-117 46,0-30-46</inkml:trace>
  <inkml:trace contextRef="#ctx0" brushRef="#br0" timeOffset="193260.56">17784 13061 0,'0'-29'0,"30"29"31,116 0-15,-116 0-16,87 0 15,-117 59 1,59-1-16,-59 1 15,0 0-15,0-1 16,-29 1-16,-30 0 16,118-59 62,-1 0-63,1 0-15</inkml:trace>
  <inkml:trace contextRef="#ctx0" brushRef="#br0" timeOffset="193671.36">18313 12738 0,'29'0'47,"-29"59"-47,88-59 16,-88 59-16,0 0 16,-29-1 15,-30-58-16,59 59-15,29-59 32,30 0-32,29 0 15,-29 0-15</inkml:trace>
  <inkml:trace contextRef="#ctx0" brushRef="#br0" timeOffset="194088.53">18870 13091 0,'-58'58'16,"58"1"0,29-59 15,30 0-31,-1-29 31,-58-30-15,-29 59-16,-30 0 15,1 0 1,-1 0 0,59 29-16</inkml:trace>
  <inkml:trace contextRef="#ctx0" brushRef="#br0" timeOffset="194489.42">18841 13208 0,'0'59'47,"29"-1"-32,89-58 1,-60 0-1,-58-88 17,0 59-32,0-88 15,-58 58 1,-1 59 15,0 88-15,59 0-16</inkml:trace>
  <inkml:trace contextRef="#ctx0" brushRef="#br0" timeOffset="194708.13">19105 13355 0,'0'88'16,"59"-29"0,-59-1-1,58-58-15,-58 59 0,59-59 16,0 0 0</inkml:trace>
  <inkml:trace contextRef="#ctx0" brushRef="#br0" timeOffset="195002.68">19486 13472 0,'0'59'31,"0"-30"-16,89-29 1,-1 0-16,-30-29 31,-58-30-31,0-29 16,0 29 0,-29 59-16,-59 0 15,29 0 1,59 59-1</inkml:trace>
  <inkml:trace contextRef="#ctx0" brushRef="#br0" timeOffset="195491.56">20572 12885 0,'0'88'63,"0"-29"-63,0-30 16,0 30-16,0 0 15,0-1-15,0 1 0,0 0 16</inkml:trace>
  <inkml:trace contextRef="#ctx0" brushRef="#br0" timeOffset="195668.03">20338 13120 0,'88'-59'16,"0"59"-16,29 0 15,30 0 1,-59 0-16,0 0 0,-88 30 16,59-30-1</inkml:trace>
  <inkml:trace contextRef="#ctx0" brushRef="#br0" timeOffset="196292.1">21423 12768 0,'-58'0'0,"175"0"46,-58 0-46,-1 0 0,1 0 16,-59 117 0,0-58-1,0-30-15,-88 59 16,29-29-16,-87 58 0,87-117 16,59 30-16,117-30 46,-29 0-30,0 0-16,-29 0 16,0 0-16</inkml:trace>
  <inkml:trace contextRef="#ctx0" brushRef="#br0" timeOffset="196442.36">21952 13179 0,'58'0'47</inkml:trace>
  <inkml:trace contextRef="#ctx0" brushRef="#br0" timeOffset="197091.22">22480 12709 0,'-29'0'0,"58"0"47,30 0-47,-30 0 16,30 0-16,-1 0 15,1 0-15,0 0 16,-59 29-1,0 30 1,-118 29-16,60-88 16,-30 59-1,29-59-15,59 59 16,0-1 0,59-58-1,-1 59 1,1-59-16,-59 59 15,59-59-15,-59 58 16,0 1 0,-59-59-1,0 0 1,1 59-16,-30-59 16</inkml:trace>
  <inkml:trace contextRef="#ctx0" brushRef="#br0" timeOffset="197898.4">23712 12915 0,'-29'0'0,"29"-59"15,0 118 32,0-1-47,0 30 16,0 0-16,0 30 15,0-30-15,0 0 16,0-29-16,-59-59 0</inkml:trace>
  <inkml:trace contextRef="#ctx0" brushRef="#br0" timeOffset="198098.82">23536 13149 0,'-88'-58'0,"118"58"31,87 0-15,-29 0 0,0 0-16,0 58 15,0-58-15,-29 0 0</inkml:trace>
  <inkml:trace contextRef="#ctx0" brushRef="#br0" timeOffset="198766.96">24476 12885 0,'58'0'16,"30"0"-1,-29 30 1,-59 58 0,0-30-1,-29 1-15,-59 58 16,88-87 0,0 28-1,58-58 1,1 0-1,0 0-15,-1 89 16,1-89-16</inkml:trace>
  <inkml:trace contextRef="#ctx0" brushRef="#br0" timeOffset="199125.49">25092 12826 0,'-59'0'32,"59"30"-17,0 29 1,29-59-1,30 0-15,0 0 32,-59-89-32,0 1 15,0 30 1,-29 58 0,-30 0-16,59 88 46</inkml:trace>
  <inkml:trace contextRef="#ctx0" brushRef="#br0" timeOffset="200009.56">25649 12826 0,'30'0'31,"28"0"-16,1 0-15,29 0 16,-29 59 0,-59-29-1,-29-30 1,-30 117-16,-29-117 16,0 88-1,0-29-15,88-1 16,0 1-1,88-59 1,-30 118-16,1-118 16,0 58-16,0-58 15,-89 0 17,-58 59-32,-59-59 0,59 0 15,0 0-15,30 0 16,-1 59-1</inkml:trace>
  <inkml:trace contextRef="#ctx0" brushRef="#br0" timeOffset="200293.85">26031 12445 0,'0'-59'0,"59"59"15,-1 0 1,1 59-1,29 29-15,-88 88 16,88 147-16,-88 29 16,0 118-16,-117-59 15,-59-147-15</inkml:trace>
  <inkml:trace contextRef="#ctx0" brushRef="#br0" timeOffset="201870.83">27293 13237 0,'0'-58'15,"0"28"16,0 89 32,0 0-47,0 29-16,0-29 0,0-1 15,0 1-15</inkml:trace>
  <inkml:trace contextRef="#ctx0" brushRef="#br0" timeOffset="202057.36">27146 13208 0,'59'0'31,"0"0"-31,-1 0 16,30 0-1,0 0-15,30 0 16,-30 0-16</inkml:trace>
  <inkml:trace contextRef="#ctx0" brushRef="#br0" timeOffset="202713.2">28291 12797 0,'58'0'31,"30"0"-15,-29 0-1,29 29-15,-88 30 32,0 0-17,-29-59 1,-59 117-16,29-117 0,59 88 16,-59-88-16,59 59 15,0 0 1,59-59-16,0 58 15,-1-58 1,-58 59 0,-88-59 15,-29 59-15,29-59-16,29 0 15</inkml:trace>
  <inkml:trace contextRef="#ctx0" brushRef="#br0" timeOffset="203347.91">27264 13208 0,'-59'0'156,"118"0"-78,-1 0-62,1 0-16,0 0 16,-1 0-1,1 0-15</inkml:trace>
  <inkml:trace contextRef="#ctx0" brushRef="#br0" timeOffset="203556.16">27234 12856 0,'0'29'47,"0"89"-31,30 58-16,-30 29 15,0-29-15,0-88 16</inkml:trace>
  <inkml:trace contextRef="#ctx0" brushRef="#br0" timeOffset="204700.38">18547 14999 0,'-29'0'0,"117"0"47,-29 0-47,-1 58 16,1-58-16,0 0 15,0 0-15</inkml:trace>
  <inkml:trace contextRef="#ctx0" brushRef="#br0" timeOffset="204795.06">18577 15263 0,'58'0'32,"60"0"-17,-30 0-15,0-30 0</inkml:trace>
  <inkml:trace contextRef="#ctx0" brushRef="#br0" timeOffset="206852.78">19780 14734 0,'-88'0'0,"88"-29"16,0 0 15,117 29-31,1 0 16,-30 0 0,-30 0-16,1 0 0,0 88 15,-59 0 1,0 0-16,-30-29 15,-28-1-15,-1-58 16,59 59-16,-59-59 16,59 59-1,59-59 17,58 0-32,-87 0 0,58 58 15,-29-58-15</inkml:trace>
  <inkml:trace contextRef="#ctx0" brushRef="#br0" timeOffset="207536.15">20572 14323 0,'30'0'31,"28"0"-15,1 0-16,0 0 0,29 0 15,-88 30 1,0 29 0,-59-59 15,0 58-31,1-58 15,58 59 1,0 0 0,58-59-1,-58 58-15,88-58 16,-88 59 0,0 0 46,-29-59-62</inkml:trace>
  <inkml:trace contextRef="#ctx0" brushRef="#br0" timeOffset="207918.87">21159 14940 0,'-117'0'15,"117"29"1,0 89-16,0-60 31,88-58-31,-29 0 16,-1-58-16,1 58 16,-59-88-16,0 29 15,0-29 1,-29 88-16,-30 0 15,0 0-15,1 0 16,58 29 0</inkml:trace>
  <inkml:trace contextRef="#ctx0" brushRef="#br0" timeOffset="208056.65">21247 15145 0,'0'59'15,"88"-59"1,-29 0 0,0 59-16,-1-59 15,1 0-15,0 0 16</inkml:trace>
  <inkml:trace contextRef="#ctx0" brushRef="#br0" timeOffset="208317.46">21776 15204 0,'-59'0'0,"59"59"15,0-1 1,0 31-16,59-89 16,-1 0-16,30 0 15,-29 0 1,0-30-16,29-58 15,-88-29 1,-30 117-16,30-30 16,-88 30-1,30 0-15,-1 0 0,59 59 16</inkml:trace>
  <inkml:trace contextRef="#ctx0" brushRef="#br0" timeOffset="209587.49">20778 14734 0,'0'30'125,"-59"-30"-125,59 58 16,-59-58-16</inkml:trace>
  <inkml:trace contextRef="#ctx0" brushRef="#br0" timeOffset="210371.83">22509 15057 0,'30'0'47,"58"0"-47,0 0 16,-30 0-16,1 0 15,29 0 1</inkml:trace>
  <inkml:trace contextRef="#ctx0" brushRef="#br0" timeOffset="210543.36">22627 14940 0,'0'59'31,"0"-1"-15,58 60-16,-58-1 16,59 30-16</inkml:trace>
  <inkml:trace contextRef="#ctx0" brushRef="#br0" timeOffset="212521.59">23390 14764 0,'0'-59'0,"58"59"16,60 0 15,28 0-16,-87 29 1,-59 30-16,0 29 16,0-29-16,-29 0 15,29-1-15,-59-58 16,59 59-16,59-59 31,29 0 0,0 0-31,29 0 0,-58 0 16,-30 0 0</inkml:trace>
  <inkml:trace contextRef="#ctx0" brushRef="#br0" timeOffset="212960.62">24299 14412 0,'59'0'16,"0"0"-1,0 0 1,-59 29-1,0 88 1,-118-117 0,59 88-16,59-29 15,30-59 17,58 0-32,59 0 15,-89 0-15</inkml:trace>
  <inkml:trace contextRef="#ctx0" brushRef="#br0" timeOffset="213282.77">24740 15145 0,'0'-29'0,"58"29"47</inkml:trace>
  <inkml:trace contextRef="#ctx0" brushRef="#br0" timeOffset="214040.93">25180 14705 0,'0'-59'31,"59"59"-15,-1 0-1,30 0 1,0 0-1,-29 0 1,0 0 15,-59 30-15,-88 58 0,29 0-1,59-29 1,0-1-1,0 1 17,29-59-32,-29 59 15,88-59-15,-88 58 16,59-58 0,-118 0 15,1 0-31,-1 0 15,0 0 17</inkml:trace>
  <inkml:trace contextRef="#ctx0" brushRef="#br0" timeOffset="-214102.48">25972 15057 0,'30'0'16,"58"0"-16,0 0 15,0 0-15,29 0 16,-88 0-1,30 0-15</inkml:trace>
  <inkml:trace contextRef="#ctx0" brushRef="#br0" timeOffset="-213918.34">26354 14940 0,'0'29'16,"0"89"0,0-60-1,0 1 1,0 0-16,0-1 0</inkml:trace>
  <inkml:trace contextRef="#ctx0" brushRef="#br0" timeOffset="-213320.6">26794 14646 0,'59'0'31,"29"0"-31,0 30 31,0 87-31,-88-58 16,0 0-16,-59-1 16,0 1-16,1 0 15,-1-1 1,118-58 15,-1 0-15,30 0-16,-29 0 15,0 0-15,0 0 16</inkml:trace>
  <inkml:trace contextRef="#ctx0" brushRef="#br0" timeOffset="-211105.36">27322 14441 0,'30'0'63,"28"-29"-32,1 29-15,-59-59-1,0 118 64,0-1-64,0 1 1,59 0-1</inkml:trace>
  <inkml:trace contextRef="#ctx0" brushRef="#br0" timeOffset="-210955.42">27381 14646 0,'117'0'31,"-87"0"-15,28 0-16,1 0 16</inkml:trace>
  <inkml:trace contextRef="#ctx0" brushRef="#br0" timeOffset="-210000.58">28085 14676 0,'88'0'32,"30"0"-17,-30 0 16,-30 0-31,-58 29 16,0 30 0,-29-59-1,-88 88-15,58-88 16,0 117-16,59-58 31,30-59-15,-30 59-1,58-59-15,-58 58 16,59-58-16,-59 30 16,-59-30 15,1 0-15,-1 0-16,0 88 15</inkml:trace>
  <inkml:trace contextRef="#ctx0" brushRef="#br0" timeOffset="-209271.17">28995 14911 0,'29'0'31,"30"0"-31,0 0 16,29 0-16,29 0 16,-88 0-16,30 0 15</inkml:trace>
  <inkml:trace contextRef="#ctx0" brushRef="#br0" timeOffset="-209094.55">29200 14764 0,'0'29'15,"0"59"1,0-29-16,0 29 15,30 0-15,-30 0 16</inkml:trace>
  <inkml:trace contextRef="#ctx0" brushRef="#br0" timeOffset="-206167.63">30022 14470 0,'0'-58'32,"0"-1"-17,59 59 16,58 0-31,-58 29 16,-59 59 0,0-29-1,0 0-15,-117 58 16,-1-58-16,59-1 16,59 1-1,0 0 1,59-59 15,29 59-31,-29-59 16,-30 0-16,30 0 15,0 0-15</inkml:trace>
  <inkml:trace contextRef="#ctx0" brushRef="#br0" timeOffset="-205712.1">30580 14353 0,'-59'0'0,"59"29"31,0 30-15,29-59 0,89 0-1,-30 0-15,-88-29 16,0-30 0,0 0-1,-59 59 1,0 0-16,1 0 31,58 29-31,0 60 16</inkml:trace>
  <inkml:trace contextRef="#ctx0" brushRef="#br0" timeOffset="-205265.28">30991 14881 0,'-59'0'0,"88"0"63</inkml:trace>
  <inkml:trace contextRef="#ctx0" brushRef="#br0" timeOffset="-204557">31255 14500 0,'58'0'31,"30"0"-15,-29 0-1,-59 29 16,0 30-15,-59-1 0,1-58-16,58 59 15,-59-59-15,59 59 16,-59-59 0,59 58-1,30-58 32,-30 59-31,58-59 109,1 0-110,0 0 1,-1 0 0,-58 59-1,59-59-15,-59 59 16,-29-1 15,-89-58-15,30 0-16,30 0 0,-1 0 15</inkml:trace>
  <inkml:trace contextRef="#ctx0" brushRef="#br0" timeOffset="-199564.33">28085 13736 0,'0'-29'31,"-58"29"-31,58-59 32,-59 59-17,0 0 1,88 0 62,30 0-78,29 0 0,59 30 16,29-30-1,59 0-15,0 0 16,58 0-16,-117 0 0,-58 0 16,-236 0 30,30 0-30,29 0-16,1 0 16,87 0 15,59 0-31</inkml:trace>
  <inkml:trace contextRef="#ctx0" brushRef="#br0" timeOffset="-174565.8">25914 10126 0,'0'29'141,"58"-29"-110,-58 59-31,0 0 31,-29-59 1,29 58-17,-29-58-15,29 59 47,58-59-31,1 0-1</inkml:trace>
  <inkml:trace contextRef="#ctx0" brushRef="#br0" timeOffset="-174374.5">26207 10302 0,'117'0'47,"-87"0"-32</inkml:trace>
  <inkml:trace contextRef="#ctx0" brushRef="#br0" timeOffset="-174205.53">26383 10214 0,'0'29'62,"0"30"-62,29 59 16,-29-30-16,0-30 15</inkml:trace>
  <inkml:trace contextRef="#ctx0" brushRef="#br0" timeOffset="-139458.64">7777 15233 0,'0'59'47,"29"-59"-47,-29 59 16</inkml:trace>
  <inkml:trace contextRef="#ctx0" brushRef="#br0" timeOffset="-139315.15">7777 15703 0</inkml:trace>
  <inkml:trace contextRef="#ctx0" brushRef="#br0" timeOffset="-139169.35">7718 15938 0</inkml:trace>
  <inkml:trace contextRef="#ctx0" brushRef="#br0" timeOffset="-138544.86">7836 17083 0,'-30'0'47,"30"58"0,59-58-32,0 0-15,-1 0 16,1 0-1,-59-88-15,0 30 16,0-30 0,0 29-1,-59 59-15,1 0 0,-1 0 16,59 29-16,-59-29 16</inkml:trace>
  <inkml:trace contextRef="#ctx0" brushRef="#br0" timeOffset="-138316.1">8129 17053 0,'0'30'31,"0"28"1,0 1-32,29-59 15</inkml:trace>
  <inkml:trace contextRef="#ctx0" brushRef="#br0" timeOffset="-137832.23">8481 17141 0,'30'0'47,"-30"59"-31,-30-59 46,-28 0-46</inkml:trace>
  <inkml:trace contextRef="#ctx0" brushRef="#br0" timeOffset="-137266.48">7953 16965 0,'-59'0'0,"-29"30"31,88 58-31,0-30 16,0 1-1,0 0-15,30-59 16,28 0 0,1 0-16,0 0 15,-1 0-15,30-30 16,30-116-1,-118 87 1,0 0-16,0 1 16,0-1-16,-29 59 0,-30 0 31,0 0-31,-29 0 16,29 29-16,1 59 0,-30 59 15,88-59-15</inkml:trace>
  <inkml:trace contextRef="#ctx0" brushRef="#br0" timeOffset="-136731.71">8423 17141 0,'0'59'47,"0"-88"47,0-30-79,0 0 1,0 89 62,0 28-62,58-58-16,-58 88 15,59-88 1,-59 118-16,59-118 0,-59 88 15,58-88-15</inkml:trace>
  <inkml:trace contextRef="#ctx0" brushRef="#br0" timeOffset="-136299.11">8833 17347 0,'59'0'31,"-59"29"-15,0 30-1,0 0 1,59-59-16,-59 88 16,0-30-1,59-58 1,-59-58 0,29 58-16,-29-118 15,88 60 1,-59 58 15,-29 58-15,0 60 15,0-60-31</inkml:trace>
  <inkml:trace contextRef="#ctx0" brushRef="#br0" timeOffset="-135884.29">10007 17171 0,'59'0'47,"58"0"-47,-29 0 16,-29 0-16,0 0 16,29 88-1</inkml:trace>
  <inkml:trace contextRef="#ctx0" brushRef="#br0" timeOffset="-135781.27">10183 17376 0,'59'0'47,"88"0"-47,-30 0 16,30 0-16</inkml:trace>
  <inkml:trace contextRef="#ctx0" brushRef="#br0" timeOffset="-134192.73">12179 16907 0,'-59'-59'15,"89"-29"16,28 88-31,30 0 16,59 0-16,-59 0 16,0 58-16,-29 31 15,-59-31-15,0 1 16,-29 29 0,-59 29-16,-30-58 0,59 0 15,1 0 1,116-59 15,31 0-31,28 0 16,-29 0-16,0 0 15,0-30-15,-29 30 0</inkml:trace>
  <inkml:trace contextRef="#ctx0" brushRef="#br0" timeOffset="-133568.49">13294 16173 0,'0'29'47,"0"30"-47,30 58 31,-30-58-15,58-59 15,-58-29-31,88 29 16,-88-59-16,118 59 15,-118-59-15,29 59 16,30 0 15,-59 59-15,0 0-16,0-1 15,0 1-15</inkml:trace>
  <inkml:trace contextRef="#ctx0" brushRef="#br0" timeOffset="-132816.52">13911 17024 0,'-59'0'47,"-29"88"-47,88-29 16,0-30-16,0 30 15,88-59-15,-29 0 16,29 0 0,-30-30-16,1 30 15,-59-88-15,0 0 16,0 0-1,-29 88 1,-30 0 0,0 0-16,1 0 15,58 30-15,-59-30 0,59 29 16</inkml:trace>
  <inkml:trace contextRef="#ctx0" brushRef="#br0" timeOffset="-132616.85">14087 17200 0,'-30'0'0,"30"59"16,59-1 15,0-58-31,-1 0 16,1 0-16,0 0 15</inkml:trace>
  <inkml:trace contextRef="#ctx0" brushRef="#br0" timeOffset="-132329.48">14527 17229 0,'-59'88'15,"59"30"1,29-59 0,30-59-16,0 88 0,0-88 15,-1 0-15,1 0 16,29-59 0,-88-58-1,0 58-15,-29 0 16,-30 59-1,0 0-15,-29 0 16,30 29 0</inkml:trace>
  <inkml:trace contextRef="#ctx0" brushRef="#br0" timeOffset="-130527.67">15671 17171 0,'-58'0'0,"87"0"47,30 0-32,-1 0-15,1 0 0,0 0 16,-30 0 0,89 0-16</inkml:trace>
  <inkml:trace contextRef="#ctx0" brushRef="#br0" timeOffset="-130331.59">15818 17053 0,'0'59'46,"0"0"-30,29 29-16,-29 0 16,0 29-16</inkml:trace>
  <inkml:trace contextRef="#ctx0" brushRef="#br0" timeOffset="-129562.17">16493 16818 0,'-59'0'0,"59"-58"32,30 58-17,58 0 1,-88 29-16,58-29 15,-58 88-15,0-29 16,0 29-16,-88 29 16,30-58-16,58 0 15,-88-59-15,88 58 0,117-58 47,-29 0-31,0 0-16,-29 0 0,0-29 15,29 29 1,-88 29 15</inkml:trace>
  <inkml:trace contextRef="#ctx0" brushRef="#br0" timeOffset="-128519.27">16992 16466 0,'-59'-58'0,"59"87"62,0 30-46,0-1-1,0 1 1,59-59 0,-59-29-1,88-59 1,-88 29-16,0 0 15,59 59 1,-59 30 15,58 87-15,-58-58-16,0-1 16,0 60-1,59-118-15</inkml:trace>
  <inkml:trace contextRef="#ctx0" brushRef="#br0" timeOffset="-128161.2">17491 16584 0,'88'0'47,"-29"0"-47,-1 0 16,30 0-16</inkml:trace>
  <inkml:trace contextRef="#ctx0" brushRef="#br0" timeOffset="-127974.22">17902 16378 0,'0'-59'0,"58"59"16,1 0 15,-59 89-16,0 28-15,0-29 0,0-29 16</inkml:trace>
  <inkml:trace contextRef="#ctx0" brushRef="#br0" timeOffset="-126464.7">17990 16466 0,'0'-88'0,"0"29"16,0 1-1,0 146 64,0 29-79,0-29 15,0-29 1,29-59 15</inkml:trace>
  <inkml:trace contextRef="#ctx0" brushRef="#br0" timeOffset="-125687.81">17696 17406 0</inkml:trace>
  <inkml:trace contextRef="#ctx0" brushRef="#br0" timeOffset="-125036.71">18254 16995 0,'59'0'31,"-59"-30"-31,58 30 16,60 0-1,-89 0-15,30 0 16,58 0 0,-88 0-1,-29 30 1,-58-30-1,-1 117-15,0-117 16,59 88-16,-58-88 16,58 59-1,58-59 1,-58 58 0,118-58-16,-118 59 15,-88-59 32,29 59-47,-29-59 16,29 0-1</inkml:trace>
  <inkml:trace contextRef="#ctx0" brushRef="#br0" timeOffset="-123756.54">19281 17317 0,'59'0'47,"-1"0"-31,1 0-16,29 0 15</inkml:trace>
  <inkml:trace contextRef="#ctx0" brushRef="#br0" timeOffset="-123560.6">19486 17171 0,'-58'0'0,"58"29"31,0 30-15,0 29-16,0 0 16,58 29-16,-58-29 15,59-29-15</inkml:trace>
  <inkml:trace contextRef="#ctx0" brushRef="#br0" timeOffset="-123022.64">20073 16907 0,'59'0'16,"0"0"0,0 29-1,29 30-15,-88 58 16,0-58-16,-88-1 31,-30 1-31,59-59 16,59 59-16,0 0 31,118-59-15,-30 0-16,0 0 15,-29 0-15</inkml:trace>
  <inkml:trace contextRef="#ctx0" brushRef="#br0" timeOffset="-122321.72">20308 16525 0,'0'29'47,"30"-29"-47,-30 88 0,58 0 16,1-117 46,-59-59-46,59 88 0,-59-59-16,58 59 31,-58 59 0,59 29-31,-59 29 31,88-117-31</inkml:trace>
  <inkml:trace contextRef="#ctx0" brushRef="#br0" timeOffset="-122034.46">20895 16584 0,'59'0'16,"88"0"0,-89 0-16,30 0 15</inkml:trace>
  <inkml:trace contextRef="#ctx0" brushRef="#br0" timeOffset="-121676.04">21365 16378 0,'58'0'16,"1"0"-1,29 0 1,-88 30 0,0 58-1,-88-30 1,88 1-1,29-59 17,59 59-32,1-59 15,-31 0 1,1 0-16</inkml:trace>
  <inkml:trace contextRef="#ctx0" brushRef="#br0" timeOffset="-120865.2">21688 16995 0,'58'0'15,"1"0"-15,29 0 16,-29 29-1,-59 30 17,-118-1-17,60-58-15,-1 59 32,59 0-17,29-59 1,-29 58-1,59-58 1,-59 59-16,59-59 0,-59 59 31,-59-59 16,-58 59-47,58-59 16,0 0-16,-29 117 15,29-117-15</inkml:trace>
  <inkml:trace contextRef="#ctx0" brushRef="#br0" timeOffset="-120701.05">21130 17317 0,'59'0'16</inkml:trace>
  <inkml:trace contextRef="#ctx0" brushRef="#br0" timeOffset="-119658.83">22627 17200 0,'146'-29'63,"-28"29"-48,29 0-15,-59 0 16,0 0-16,29 0 16,-88 0-16,-29-59 15</inkml:trace>
  <inkml:trace contextRef="#ctx0" brushRef="#br0" timeOffset="-119468.49">23008 17053 0,'0'30'31,"59"28"-31,-59 1 15,0 29-15,0-29 16,0 0-16,0-1 0</inkml:trace>
  <inkml:trace contextRef="#ctx0" brushRef="#br0" timeOffset="-119276.2">23830 17053 0,'-29'0'15,"58"0"1,59 0 0</inkml:trace>
  <inkml:trace contextRef="#ctx0" brushRef="#br0" timeOffset="-119126.58">24035 17141 0,'88'0'15,"-29"0"1,29-29-16</inkml:trace>
  <inkml:trace contextRef="#ctx0" brushRef="#br0" timeOffset="-119002.24">24417 17112 0,'59'0'0,"-59"-59"15,88 59 1,29 0-16</inkml:trace>
  <inkml:trace contextRef="#ctx0" brushRef="#br0" timeOffset="-118904.35">24828 17083 0</inkml:trace>
  <inkml:trace contextRef="#ctx0" brushRef="#br0" timeOffset="-118691.8">25591 17053 0,'146'0'47,"31"0"-47,-1 0 0,-30 0 16,-58 0-16,-29 0 15</inkml:trace>
  <inkml:trace contextRef="#ctx0" brushRef="#br0" timeOffset="-118523.81">26031 16965 0,'29'59'31,"-29"0"-15,0-1-16,0 1 15</inkml:trace>
  <inkml:trace contextRef="#ctx0" brushRef="#br0" timeOffset="-117586.1">27058 16789 0,'88'0'16,"-29"0"0,29 0-1,-88 29-15,0 30 16,0 0-16,-88 0 16,29-1-1,59 1-15,0 0 16,206-59-1,-89 0-15,0 0 16,-29-30 0,-29 30-16</inkml:trace>
  <inkml:trace contextRef="#ctx0" brushRef="#br0" timeOffset="-117052.86">27733 16408 0,'0'58'31,"29"-58"-15,30 0 0,-30 0-16,30 0 15,0 0 1,-59-29-16,0 0 15,-59 29 1,0 0 0,1 0-16,-1 0 15</inkml:trace>
  <inkml:trace contextRef="#ctx0" brushRef="#br0" timeOffset="-115900.92">27968 16554 0,'0'-58'16,"-59"58"-1,0 29 16,59 59-15,0-29 0,59-59-16,29 0 15,-29 0 1,-59-30-16,59 30 16,-59-58-16,0-30 31,0 29-31,0 0 15,-30 59-15,-28 0 16,-1 0 0,0 0-16,0 0 15,59 59-15,-58 0 16,58-1-16</inkml:trace>
  <inkml:trace contextRef="#ctx0" brushRef="#br0" timeOffset="-115502.7">28349 17141 0,'0'-29'16,"0"58"15</inkml:trace>
  <inkml:trace contextRef="#ctx0" brushRef="#br0" timeOffset="-114895">28702 16672 0,'58'0'32,"30"0"-17,-29 0 1,0 0 0,-59 58-16,0-28 46,-88-30-46,29 88 16,0-29 0,59-1-1,0 1 17,0-30-17,0 89-15,30-118 16,-30 58-16,58-58 15,-58 59-15,59-59 16,-118 59 31,-58-59-31,29 0-16,0 59 15,0-59-15</inkml:trace>
  <inkml:trace contextRef="#ctx0" brushRef="#br0" timeOffset="-88338.49">14938 9891 0,'88'0'125,"-30"0"-125,-28 0 0,28 0 16</inkml:trace>
  <inkml:trace contextRef="#ctx0" brushRef="#br0" timeOffset="-88193.07">14791 10126 0,'-59'0'0,"147"0"32,0 0-32,0 0 15,0 0-15,-29 0 16</inkml:trace>
  <inkml:trace contextRef="#ctx0" brushRef="#br0" timeOffset="-75873.67">10741 9011 0,'59'-59'47,"-59"30"31,0-30 47,58-29-110,30 0 17,-88 29-17,0 88 79,30-29-78,-30 59-16,88 29 15,-88-29 1,59-59-1</inkml:trace>
  <inkml:trace contextRef="#ctx0" brushRef="#br0" timeOffset="-75691.54">11034 8981 0,'59'-29'31,"0"29"-31,0 0 0,-1 0 16,1 0-1</inkml:trace>
  <inkml:trace contextRef="#ctx0" brushRef="#br0" timeOffset="-74242.4">15701 8952 0,'58'0'31,"1"0"-31,-59-59 31,29 59-15,30 0 0</inkml:trace>
  <inkml:trace contextRef="#ctx0" brushRef="#br0" timeOffset="-74082.95">15759 9040 0,'30'0'31,"28"0"-16,1 0 1</inkml:trace>
  <inkml:trace contextRef="#ctx0" brushRef="#br0" timeOffset="-73840.28">16200 8717 0,'-30'0'16,"60"0"30,-30 59-46,58-59 16,-58 88-16</inkml:trace>
  <inkml:trace contextRef="#ctx0" brushRef="#br0" timeOffset="-73582.15">16552 8776 0,'29'0'0,"-29"-30"16,118 30 0,-30 0-1</inkml:trace>
  <inkml:trace contextRef="#ctx0" brushRef="#br0" timeOffset="-73413.39">17021 8512 0,'59'88'47,"0"-30"-31,29 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40:52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5224 6457 0,'0'-59'78,"0"0"-31,-59 59-15,88 0 171,30 0-188,0 0 1,-30 0 0,89 0-1,-60 0 1,1 0-1,-30 0 1,30 0 0,58 0-1,-87 0 1,87 0-16,-29 0 0,0 0 16,-29-58-1,29 58-15,29 0 16,-29 0-1,0 0 1,0 0 0,0 0-1,-29 0 1,0 0 0,58 0-1,-29 0 1,0 0-1,0 0 1,-29 0 0,0 0-1,29 0 1,0 0 0,-29 0-16,29 0 15,-30 0 1,1 0 15,0 0-15,-1 0 93</inkml:trace>
  <inkml:trace contextRef="#ctx0" brushRef="#br0" timeOffset="1616.15">5106 7925 0,'0'-30'0,"0"60"78,59 58-63</inkml:trace>
  <inkml:trace contextRef="#ctx0" brushRef="#br0" timeOffset="2702.51">5136 8130 0,'29'0'46,"30"0"-14,-1 0-17,1 0 1,0 0 0,29 0-1,0 0 1,29 0-16,-87 0 31,28 0-31,1 0 16,0 0-1,29 0 1,-88 59 0,117-59-16,-58 0 15,-30 0-15,30 0 16,0 0-16,-1 0 15,30 0 1,-29 0-16,0 0 16,-1 0-1,89 0 1,-59 0 0,0 0-16,0 0 15,-29 0 1,0 0-16,-1 0 0,1 0 15,0 0-15,-1 0 16,1 0-16,0 0 16,29 0-16,0 0 0,-29 0 15,-1 0-15,1 0 16,0 0-16,-1 0 16,1 0-16,-30 0 15,89 0 1,-30-30-16,0 30 0,0 0 15,29 0-15,-29 0 16,0 0-16,0 0 16,30-88-16,-30 88 15,0 0-15,0 0 0,0 0 16,29 0 0,-29 0-16,0 0 0,1 0 15,-1 0-15,29 0 16,-29 0-16,-29 0 15,-1 0-15,1 0 16,0 0 0,-30 0-16,30 0 0,0 0 0,-1 0 15,1 0-15,29 0 32,-88-58-1,0-1 0,-29 59 0,58 0 16,88 0-47</inkml:trace>
  <inkml:trace contextRef="#ctx0" brushRef="#br0" timeOffset="20379.41">7337 8776 0,'-59'0'31,"59"58"78,0 1-109,0 0 0,0 0 16,0-1-16,29 1 16,-29 29-1,0-29 1</inkml:trace>
  <inkml:trace contextRef="#ctx0" brushRef="#br0" timeOffset="20680.28">7337 8717 0,'0'29'31,"88"-29"-15,-30 88-16,1 1 15,0-31-15,0 1 0,-59 0 16,117-59-16,-117 88 15,0-30 1,-88-58-16,29 59 16,-29-59-16,0 59 15,29-59-15,1 0 16</inkml:trace>
  <inkml:trace contextRef="#ctx0" brushRef="#br0" timeOffset="21026.69">7953 9275 0,'59'-30'78,"-59"-87"-62,0 29-16,58 88 0,-58-59 31,59 59-31,29 0 16,-29 30-1</inkml:trace>
  <inkml:trace contextRef="#ctx0" brushRef="#br0" timeOffset="21453.95">8452 9099 0,'-29'0'31,"29"88"1,0-30-17,0-28 1,29-30 15,59-30-15,-29 30-16,-59-58 15,0-1 1,-30 59 15,-28 0-31,-1 0 32</inkml:trace>
  <inkml:trace contextRef="#ctx0" brushRef="#br0" timeOffset="21600.48">8569 9363 0,'30'0'31,"28"0"-16,30 0 1</inkml:trace>
  <inkml:trace contextRef="#ctx0" brushRef="#br0" timeOffset="21986.98">8833 9069 0,'-58'-29'16,"87"29"-1,30 0 1,0 0-16,29-88 16,0 0-16,0 29 15,-30-29 1,-58 29-1,-29 59-15,-30 0 16,1 0-16,-1 0 0,59 30 0,-59 28 16,59 30-1,0 30-15,0-1 16,0-29-16,0 0 16,0-29-16,0 0 15,0 0-15,30-59 16,-30 88-16</inkml:trace>
  <inkml:trace contextRef="#ctx0" brushRef="#br0" timeOffset="22187.72">9068 9333 0,'88'0'31,"-88"30"-16,59-30-15,-59 59 0,0-1 16,-29 1 15,-30-59-31,-29 0 16,29 0-16,1 0 16,58-29-1</inkml:trace>
  <inkml:trace contextRef="#ctx0" brushRef="#br0" timeOffset="22441.44">9508 8629 0,'0'29'32,"0"30"-32,0 29 15,0 0-15,0 0 16,0-29-16,88 0 16,-88-1-1</inkml:trace>
  <inkml:trace contextRef="#ctx0" brushRef="#br0" timeOffset="22585.17">9596 9069 0,'-29'0'0,"29"-58"16,0-1-1,29 59 17,1 0-32,29 0 0,-1 0 15,60 0 1</inkml:trace>
  <inkml:trace contextRef="#ctx0" brushRef="#br0" timeOffset="22838.35">10007 8864 0,'-58'-30'15,"58"60"1,29-30-1</inkml:trace>
  <inkml:trace contextRef="#ctx0" brushRef="#br0" timeOffset="22954.61">10037 8981 0,'0'59'47</inkml:trace>
  <inkml:trace contextRef="#ctx0" brushRef="#br0" timeOffset="36072.89">10682 8746 0,'-29'0'62,"29"30"-46,-59 58 0,59 0-1,0 29 1,30-117-16,58 0 31,-30 0-31,-58-29 0,88-30 16,-88 1-16,118-31 15,-118 31-15,0 28 16,-59-87-16,-29 117 31,29 0-31,-29 0 16,88 29-16,0 59 16,0 0-1</inkml:trace>
  <inkml:trace contextRef="#ctx0" brushRef="#br0" timeOffset="36270.08">10829 8952 0,'0'59'15,"0"-1"1,0 1-1,0 0 1,59-59-16,29 0 16,0 0-1</inkml:trace>
  <inkml:trace contextRef="#ctx0" brushRef="#br0" timeOffset="36661.75">11240 9069 0,'0'30'47,"0"28"-31,59-58 31,-1-88-32,30 30 1,-58 58 31,-30 58-47,0 1 15,0 29 1</inkml:trace>
  <inkml:trace contextRef="#ctx0" brushRef="#br0" timeOffset="37034.49">11856 9157 0,'59'0'32,"0"0"-17,-1 0-15</inkml:trace>
  <inkml:trace contextRef="#ctx0" brushRef="#br0" timeOffset="37206.3">12150 9069 0,'0'30'47,"0"28"-47,0 1 16,58 0-16</inkml:trace>
  <inkml:trace contextRef="#ctx0" brushRef="#br0" timeOffset="37701.75">12531 8864 0,'88'0'31,"-29"0"-15,0 0 0,-1 0-1,30 0-15,-88 59 16</inkml:trace>
  <inkml:trace contextRef="#ctx0" brushRef="#br0" timeOffset="37812.73">12649 9040 0,'0'59'32,"58"-59"-32,1 0 15,0 0-15,-1 0 16</inkml:trace>
  <inkml:trace contextRef="#ctx0" brushRef="#br0" timeOffset="40096.3">13911 8570 0,'0'30'110,"-89"116"-95,89-87 16,-58 29-31,58 30 0,0-30 16,0-30 0,0 30-16,0-29 15,58-59 1,1 0-16,0 0 31,0 0 0,-59-29-31,0-59 16,58-30 0,-58 30-1,-29 30 1,-88-1 0,58 59-16,0 0 15,0-59-15,1 59 16,58-59-1,0 1 17,29 58-17,-29-59-15,59 59 16,-59-59 0,58 59-1,31 0 1,-31 30-1</inkml:trace>
  <inkml:trace contextRef="#ctx0" brushRef="#br0" timeOffset="40669.46">14468 9069 0,'-29'0'31,"29"88"-15,0 30-1,29-60 1,30-58 15,-59-29-31,88 29 0,-88-147 16,59 59-16,-59 30 16,0-1-1,0 0-15,-59 59 16,0-59-16,-29 59 15,29 0-15,59 30 0,-58-30 16,58 88-16,0 0 16,29 0-1</inkml:trace>
  <inkml:trace contextRef="#ctx0" brushRef="#br0" timeOffset="40818.85">14556 9128 0,'0'29'0,"0"30"31,88 29-15,-29-88-16,29 59 31,-29-59-15</inkml:trace>
  <inkml:trace contextRef="#ctx0" brushRef="#br0" timeOffset="41182.22">14967 9216 0,'0'59'16,"0"29"0,0-29-1,59-59 17,-59-30-17,58 30 1,-58-59-16,59 59 62,-59 30-62,59 29 16,-59-1 0</inkml:trace>
  <inkml:trace contextRef="#ctx0" brushRef="#br0" timeOffset="41419.4">15378 9333 0,'88'0'31,"0"0"-15,0 0-16,-29 59 31,-1-59-31</inkml:trace>
  <inkml:trace contextRef="#ctx0" brushRef="#br0" timeOffset="41802.22">15877 9245 0,'58'0'16,"1"0"15,-59 59-15,0 29 0,0-29-1,-88 0 1,88-1 15,88-58-15,-29 0-16,-30 0 15,30 0 1,0 0-16,29 0 0,-30 0 16</inkml:trace>
  <inkml:trace contextRef="#ctx0" brushRef="#br0" timeOffset="46224.89">10418 10097 0,'-58'146'157,"58"1"-142,0-59 1,29-88 0,59 0-1,0 0-15,-88-58 31,59-31-31,-59 1 16,0 30 0,0-1-16,0 0 0,-59 59 47,0 0-32,59 88-15,0 0 16</inkml:trace>
  <inkml:trace contextRef="#ctx0" brushRef="#br0" timeOffset="46396.66">10653 10478 0,'0'59'15,"59"0"1,-1-1 0,60-58-1,-60 0-15,-28 0 16</inkml:trace>
  <inkml:trace contextRef="#ctx0" brushRef="#br0" timeOffset="46862.24">11152 10537 0,'0'59'94,"59"29"-79,-1-147 32,-58 0-31,59 59-16,-59 88 62,0 0-46</inkml:trace>
  <inkml:trace contextRef="#ctx0" brushRef="#br0" timeOffset="47167.69">11651 10625 0,'88'0'31,"-29"0"-15,-1 0-16</inkml:trace>
  <inkml:trace contextRef="#ctx0" brushRef="#br0" timeOffset="47794.91">12150 10566 0,'29'0'16,"30"0"-1,-1 59 1,-58 0 0,-29-1-1,29 1 1,-59-59-16,59 59 31,30-59 0,-30 59-31,88-59 16,-30 0-16,31 0 16</inkml:trace>
  <inkml:trace contextRef="#ctx0" brushRef="#br0" timeOffset="48243.47">12913 10478 0,'58'0'16,"1"0"-1,0-58-15,-1 58 16,1 0-16,0 0 16</inkml:trace>
  <inkml:trace contextRef="#ctx0" brushRef="#br0" timeOffset="48369.76">12942 10772 0,'29'0'15,"30"0"1,58-59-16,-87 59 16</inkml:trace>
  <inkml:trace contextRef="#ctx0" brushRef="#br0" timeOffset="49659.37">14057 10097 0,'-29'0'63,"29"58"-63,-88 1 0,88 29 31,-59 0-31,59-58 16,0 28-16,0 60 15,0-60 1,30-58-16,28 0 16,-58-88 62,0 0-63,0 0 1,0 0 0,-58-29-1,-31 58 1,31 59-16,-1 0 16,0-59-16,1 59 15,116 0 48,1 0-63,0 0 15,29 0-15,-29 0 16,-1 0-16</inkml:trace>
  <inkml:trace contextRef="#ctx0" brushRef="#br0" timeOffset="50904.17">14703 10390 0,'0'30'0,"-29"-30"15,29 58-15,0 1 0,0 0 16,58-59 15,1 0-15,0 0-16,-1-88 0,30 0 31,-88-1-31,0 31 31,-29 58-31,29-59 0,-59 59 16,-29 0-1,30 0 1,58 29-16,0 59 31,0-29-31</inkml:trace>
  <inkml:trace contextRef="#ctx0" brushRef="#br0" timeOffset="51083.39">14850 10654 0,'0'88'31,"0"-29"-15,58-59-1,30 0 1,-88 59-16,59-59 15</inkml:trace>
  <inkml:trace contextRef="#ctx0" brushRef="#br0" timeOffset="51672.23">15231 10684 0,'0'-59'0,"0"88"46,0 59-30,0 0 0,59-88-16,0-29 47,-59-30-16,58 59-31,1 0 47,-59 59-32,0 88 1,0-88-16</inkml:trace>
  <inkml:trace contextRef="#ctx0" brushRef="#br0" timeOffset="51965.99">15730 10830 0,'59'0'16,"58"0"-1,-58 0 1,0 0-16</inkml:trace>
  <inkml:trace contextRef="#ctx0" brushRef="#br0" timeOffset="52649.57">16170 10596 0,'30'0'16,"28"0"-1,1 0 1,0 0 0,-1 0 15,-58 58 0,-29-58-31,29 59 16,-88-59-16,88 59 15,0-1 1,0 1 0,29-59-1,-29 59 1,59-59-16,-59 59 31,-117-1-15,58-58-1,-29 0 1</inkml:trace>
  <inkml:trace contextRef="#ctx0" brushRef="#br0" timeOffset="58281.04">10242 11740 0,'0'59'79,"0"59"-64,0-30 1,0-30-1,59-58 1,58 0 0,-117-29-1,30 29-15,-30-88 16,0-30 0,0 60-16,0 28 31,-59 30-31,118 0 62,-1 0-46</inkml:trace>
  <inkml:trace contextRef="#ctx0" brushRef="#br0" timeOffset="58435.05">10506 11799 0,'0'59'16,"0"0"-1,59-1 17,0 1-32,-1-59 15,1 0 1,-59 59 0</inkml:trace>
  <inkml:trace contextRef="#ctx0" brushRef="#br0" timeOffset="58800.5">10976 11975 0,'-30'0'31,"30"30"-31,0-1 0,0 30 32,30-59 15,-30-30-16,29 30-31,30 0 47,0 59-32,29 29 1</inkml:trace>
  <inkml:trace contextRef="#ctx0" brushRef="#br0" timeOffset="59089.19">11416 12210 0,'29'0'16,"30"0"-16,0 0 16,-1 0-16,1 0 15,-30 0 1</inkml:trace>
  <inkml:trace contextRef="#ctx0" brushRef="#br0" timeOffset="59820.5">12062 11975 0,'58'0'78,"1"0"-47,0 0 0,-59 30 0,-30-30-15,30 58-16,-58-58 0,58 59 31,-59-59-31,59 59 16,0-1 0,29-58-1,-29 59 1,59-59-1,-59 59-15,0 0 47,-29-59-31,-59 0-16,88 58 16,-59-58-1</inkml:trace>
  <inkml:trace contextRef="#ctx0" brushRef="#br0" timeOffset="63161.9">12737 12151 0,'29'0'31,"88"0"-15,-29 0-1,-29 0 1</inkml:trace>
  <inkml:trace contextRef="#ctx0" brushRef="#br0" timeOffset="63289.98">12854 12357 0,'29'0'31,"30"0"-15,0 0-16</inkml:trace>
  <inkml:trace contextRef="#ctx0" brushRef="#br0" timeOffset="64109.81">14204 11770 0,'-88'117'78,"88"-29"-62,-88 0-16,88 30 15,-59-60-15,59 1 16,0 0-1,30-59 1,-1 0 0,30 0-1,-59-30 1,0-28 0,0-1-1,0 0-15,0-87 16,-30 87-1,-28 59-15,-1-88 16,0 88-16,59-88 16,-88 88-16,88-59 15,29 59 17,-29-59-17,89 59-15,-31 0 0,1 0 16,0 0-16,-1 30 15,30 28 1</inkml:trace>
  <inkml:trace contextRef="#ctx0" brushRef="#br0" timeOffset="65352.26">14762 12063 0,'0'30'15,"-59"-30"1,59 58-16,0 30 16,29-29-1,30-59 1,29-29-1,-29-30 1,-59-29 0,0 29-1,-30 59 1,30-58-16,-58 58 0,-1 0 16,59 29 30,59 30-30</inkml:trace>
  <inkml:trace contextRef="#ctx0" brushRef="#br0" timeOffset="65509.39">14967 12210 0,'0'59'15,"0"-1"16,88 1-15,0-59 0,-29 0-1</inkml:trace>
  <inkml:trace contextRef="#ctx0" brushRef="#br0" timeOffset="65939.98">15466 12239 0,'0'30'32,"59"-30"-17,-59 58-15,58-58 32,1 0-1,0-58-31,-59 87 78,0 89-62,58-118-1,-58 58-15</inkml:trace>
  <inkml:trace contextRef="#ctx0" brushRef="#br0" timeOffset="66155.61">15965 12416 0,'59'0'16,"-1"0"-1,60 0 1,-30-30-16</inkml:trace>
  <inkml:trace contextRef="#ctx0" brushRef="#br0" timeOffset="66470.16">16522 12151 0,'0'30'47,"0"28"-16,0 1-31,0 0 16,88-59-1,-29 0-15,0 0 0,0 0 16,-1-30-1</inkml:trace>
  <inkml:trace contextRef="#ctx0" brushRef="#br0" timeOffset="66554.86">16845 12327 0,'-29'0'0,"-30"0"31,59 89-15,0-31-16,0 30 0</inkml:trace>
  <inkml:trace contextRef="#ctx0" brushRef="#br0" timeOffset="85867.3">21218 3727 0,'0'-59'94,"-59"59"-63,1 0-15,-30 0 0,29 59-1,59 29 1,-59-29 0,59 0-16,0-1 15,0 30 1,30 0-1,28-29 1,-116-59 47,-1 0-63,0 0 15,-29 0 1,88 59-1,59-59 1,-1 0-16</inkml:trace>
  <inkml:trace contextRef="#ctx0" brushRef="#br0" timeOffset="86262.52">21511 3580 0,'0'30'47,"0"58"-32,0 0 1,0 0-16,0 29 15,0-29-15,0-29 16,0 0-16,-29-59 16,29 88-16</inkml:trace>
  <inkml:trace contextRef="#ctx0" brushRef="#br0" timeOffset="86441.69">21423 3844 0,'30'0'31,"87"0"-15,-58 0-1,0 0-15</inkml:trace>
  <inkml:trace contextRef="#ctx0" brushRef="#br0" timeOffset="86736.76">21658 3991 0,'59'0'47,"0"0"-47,-1 0 15,1-29-15,0-59 16,-89 29 15,-28 59-15,-1 0-16,0 29 16,1 118-1,58-59 1,58 0-16,89-88 31,-118 0-31,30 0 0</inkml:trace>
  <inkml:trace contextRef="#ctx0" brushRef="#br0" timeOffset="86915.45">22098 4079 0,'0'30'47,"0"28"-47,0 1 16,0-30-16,0 30 0,0 0 15,0 0-15,0-1 16,0 1 0</inkml:trace>
  <inkml:trace contextRef="#ctx0" brushRef="#br0" timeOffset="87196.25">22186 3815 0,'30'0'31,"28"0"-31,-58 59 16,59 0-16,-59 29 16,0-30 15,-88-58-31,0 0 16,0 59-16,29-59 15</inkml:trace>
  <inkml:trace contextRef="#ctx0" brushRef="#br0" timeOffset="88648.88">22509 3874 0</inkml:trace>
  <inkml:trace contextRef="#ctx0" brushRef="#br0" timeOffset="88767.95">22597 4138 0,'-29'0'31,"29"29"-31</inkml:trace>
  <inkml:trace contextRef="#ctx0" brushRef="#br0" timeOffset="92632.28">20954 5165 0,'-59'0'15,"0"0"1,89 0 109,29 0-109,58-58-1,-29-1 1,-29-29 0,-59 0-1,0 29 1,0 118 46,0 0-62,0-1 0,-30 30 32,30 0-32,0-29 0,0 0 15,0-1-15,0 31 16,0-31-1</inkml:trace>
  <inkml:trace contextRef="#ctx0" brushRef="#br0" timeOffset="92867.19">21042 5400 0,'-59'0'0,"89"0"47,28 0-47,1 0 15,0 0-15,-1 0 16,30 0-16,-29 0 31</inkml:trace>
  <inkml:trace contextRef="#ctx0" brushRef="#br0" timeOffset="93536.24">21717 5371 0,'0'-59'141,"59"59"-79,-89 0 32,60 0-63</inkml:trace>
  <inkml:trace contextRef="#ctx0" brushRef="#br0" timeOffset="97583.63">6222 6692 0,'-30'0'16,"30"-59"15,-58 59-31,58-59 31,-59 59-15,0 0 15,0 0 0,1 0 1,-1 0-32,0 0 15,59-58 1,-58 58-1,-1 0 1,-29 0 15,0 0-15,0 0 0,29 0-1,59 29-15,-59-29 0,1 59 47,-1-59-16,59 58-15,-59-58-16,1 0 16,-1 88-1,0-88 1,59 30-1,-58-30 1,58 58-16,-59 31 31,0-31-31,59 1 16,-58-59 0,58 29-1,-59-29 1,59 59-16,0 0 15,-59-59 1,59 58 0,0 1-1,0 0 17,0 0-17,29-1 1,-29 1-1,59-59 1,0 59-16,29-1 31,0 30 1,-29-88-32,-1 59 15,1-59 1,-30 0-1,-29 59 1,118-59 0,-30 0-16,-30 0 15,1 59-15,29-59 47,-88 58-47,59-58 16,0 59-1,-1-59 1,30 0 0,-29 0-16,29 0 15,29 0 1,-28 0 0,-31 0-1,1 0 1,0 0-1,29 0 1,-30 0-16,60 0 31,-60 0-31,1-29 16,0 29-16,0 0 0,-1 0 16,1-59-16,0 59 15,-1 0-15,60 0 16,-30-88-1,-30 88-15,-28 0 16,28 0-16,60 0 16,-59 0-16,29 0 15,-30 0 1,1-59 0,0 59-16,-1 0 15,1 0-15,-30 0 16,30 0-16,-59-59 15,117 59-15,-28 0 16,-31 0 0,1 0-1,0 0 1,-30 0 0,30 0-16,58 0 15,-29 0 16,0 0-31,0 0 16,-29 0 15,0 0-31,29 0 16,-30 0 0,89 0-1,-88 0-15,-30 0 16,30 0-16,58 0 15,-29 0 1,0 0 0,-29 0-1,29 0-15,0 0 32,-88-58-32,59 58 15,-1 0-15,1 0 16,-59-30-1,59 30-15,-1 0 16,1-88 0,0 88 15,-59-58-15,59 58-16,-59-30 15,58 30-15,-58-117 16,0 58 15,0 30-15,0-30-1,0-58 1,0 29 0,-29 29-16,-59-29 15,59 88 1,29-118-16,-147 118 15,59-88-15,-59 88 16,-29-117-16,-59 117 16,-29-88-16,29 88 15,-29-88-15,88 88 16,29 0-16,59 0 0,30 0 16,-1 0-16,0 59 15,0-59-15,1 88 16</inkml:trace>
  <inkml:trace contextRef="#ctx0" brushRef="#br0" timeOffset="99275.53">22509 5224 0,'-29'0'0,"-30"0"32,-29 59-32,88-30 15,-59 59-15,59-29 16,0-30-1,30-29-15,58 0 16,-29 0 0,-1-29-16,1-30 15,-59 0-15,88 1 16,-88-1-16,0 0 0,0 1 16,0-1-16,-29 0 31,-30 59-16,30 0-15,29 59 16,0 0 0,0-1-16,0 1 0,0 0 15</inkml:trace>
  <inkml:trace contextRef="#ctx0" brushRef="#br0" timeOffset="99486.15">22715 5341 0,'0'59'47,"0"29"-31,58-88-16,-58 59 15,59-59-15,0 0 0,-1 59 16</inkml:trace>
  <inkml:trace contextRef="#ctx0" brushRef="#br0" timeOffset="99906.95">23184 5459 0,'0'29'31,"0"30"-16,59-59 1,-59 59-16,59-59 47,-1-30-31,1-28-1,0 58 1,-59 29 31,0 88-32,0-58-15,0 0 16</inkml:trace>
  <inkml:trace contextRef="#ctx0" brushRef="#br0" timeOffset="100277">24035 5430 0,'118'0'31,"-30"0"-15,0 0 0,29 0-16,-58 0 0,-30 0 15</inkml:trace>
  <inkml:trace contextRef="#ctx0" brushRef="#br0" timeOffset="100423.99">24211 5518 0,'30'0'16,"28"0"-1,30 0-15,1 0 16,-1 0-16,-30 0 16</inkml:trace>
  <inkml:trace contextRef="#ctx0" brushRef="#br0" timeOffset="101795.37">24387 5518 0,'0'-30'0,"-58"30"47,87 0 0,59 0-32,0 0 1,-29 0-16,-88-58 78,-30 58-78,0 0 16,30 0-1,-30 0-15,-58 0 16,205 0 46,29 0-46,-58 0-16,0 0 16,-1 0-1,-116 0 48,-1 0-63,0 0 15,-29 0 1,117 0 31,1 0-31</inkml:trace>
  <inkml:trace contextRef="#ctx0" brushRef="#br0" timeOffset="102596">24211 5752 0,'-58'0'31,"87"0"16,0 0-31,30 0-16,0 0 0,29 0 0,-29 0 31,-1 0-31,60 0 16,-118-58 15,-88 58-31,29 0 16,0 0-16,30 0 15</inkml:trace>
  <inkml:trace contextRef="#ctx0" brushRef="#br0" timeOffset="103907.52">25884 5077 0,'-29'0'63,"29"30"-48,-59 28-15,59 1 16,-59 0-16,59-1 0,-58 31 15,58-31 1,29-58 0,59 0-1,0 0 1,-29-29 0,-59-30-1,0 0 1,0-29-1,-29 88-15,29-88 16,-59 30-16,59-1 0,-88 59 16,29-117-16,0 117 15,1-59-15,-1 0 16,88 0 46,59 59-62,-29 0 16,0 30 0,-1-30-16,1 58 15,0-58-15,-59 89 16</inkml:trace>
  <inkml:trace contextRef="#ctx0" brushRef="#br0" timeOffset="104846.66">25943 4960 0,'-29'0'16,"-30"59"0,59-30-1,0 30 16</inkml:trace>
  <inkml:trace contextRef="#ctx0" brushRef="#br0" timeOffset="105244.43">26442 5253 0,'-30'0'16,"60"0"15,-1 0-31</inkml:trace>
  <inkml:trace contextRef="#ctx0" brushRef="#br0" timeOffset="105994.43">27146 5048 0,'-59'0'0,"1"0"16,58 59-1,-59-59 1,59 88-16,0-30 16,59-58 15,-1 0-31,1 0 15,29 0-15,-88-29 16,59 29-16,-59-88 16,0 29-16,0 1 15,0-1 1,-29 59-16,-30 0 16,59 29 15,-59-29-16,59 88-15,0 0 16</inkml:trace>
  <inkml:trace contextRef="#ctx0" brushRef="#br0" timeOffset="106197.03">27234 5224 0,'0'59'32,"0"29"-17,88 0 1,30-88 0,-60 59-1,1-59-15,0 0 0</inkml:trace>
  <inkml:trace contextRef="#ctx0" brushRef="#br0" timeOffset="106614.28">27733 5430 0,'0'-59'16,"0"88"31,0 30-31,59-59-1,-59 59-15,29-59 31,30 0-15,-59-88 0,58 88-16,-58-59 15,59 59 1,-59-30 0,59 60 15,-59 58-16,88 0 1</inkml:trace>
  <inkml:trace contextRef="#ctx0" brushRef="#br0" timeOffset="106977.93">28525 5518 0,'30'0'32,"28"-59"-17,1 59-15,0 0 16,0 0-16,-1 0 0</inkml:trace>
  <inkml:trace contextRef="#ctx0" brushRef="#br0" timeOffset="107376.79">29054 5371 0,'58'-30'16,"30"30"-1,30-58 1,-118-1 0,0 0 15,0 118 16,0 58-32,0-28-15,0-1 16,58-30 0</inkml:trace>
  <inkml:trace contextRef="#ctx0" brushRef="#br0" timeOffset="107556.38">29230 5694 0,'58'0'31,"30"0"-31,30 0 16,-30 0 0,-29 0-16,-1 0 0</inkml:trace>
  <inkml:trace contextRef="#ctx0" brushRef="#br0" timeOffset="116317.43">27381 6075 0,'-59'0'16,"89"0"109,58 59-109,0-59-16,29 0 0,0 0 15,30 0-15,-29 0 16,58 0-16,0 0 16,-30 0-16,-28 0 15,29 0-15,-30 59 16,0-59-16,-58 0 15</inkml:trace>
  <inkml:trace contextRef="#ctx0" brushRef="#br0" timeOffset="118710.61">11123 9627 0,'-59'0'0,"88"0"63,59 0-32,-29 0-31,0 0 15,29 0-15,0 0 16,58 0-16,-28 0 16,-30 0-16,29 0 15,-87 0-15,28 0 16,1 0-16,0 0 16,-1 0-16,30 0 15,30-29-15,-30 29 16,0 0-16,0 0 15,-29 0-15,-1 0 0,1 0 16,0 0 0,-1 0-16,30 0 0,0 0 15,30 0-15,-30 0 16,-29 0 0,-1 0-16,30 0 15,0 0 1,0 0-1,-29 0-15,0 0 16,0 0-16,-1 0 16,1 0-16,0 0 15,29 0-15,0 0 16,-30 0 0,30 0-1,-29 0-15,29 0 16,-29 0-16,0 0 15,29 0 1,-88 58 0,58-58-1,1 0 1,0 0 15,-59 118 94,-59-118-125</inkml:trace>
  <inkml:trace contextRef="#ctx0" brushRef="#br0" timeOffset="122360.15">24153 7015 0,'-59'0'0,"0"0"47,89 0 15,28 0-46,1 0-16,29 0 15,-29 0-15,-1 0 16</inkml:trace>
  <inkml:trace contextRef="#ctx0" brushRef="#br0" timeOffset="122497.95">24035 7191 0,'0'58'16,"59"-58"-1,0 0 1,-1 0-16,30 0 16,-29 0-16</inkml:trace>
  <inkml:trace contextRef="#ctx0" brushRef="#br0" timeOffset="123774.36">25737 6780 0,'0'-59'15,"-29"59"64,-59 59-79,88-1 15,-88 1-15,88 29 16,-117 0-1,117 30-15,0-60 0,0 1 16,0 29 0,88-29-1,-30-59 1,-28 0-16,28 0 16,1 0-1,-59-29-15,59 29 0,-59-59 16,0-29-16,0-59 31,-30 88-31,30 1 0,-88-1 16,88 0-16,-117 59 15,117-88 1,-88 88-16,88-88 0,-59 88 16,59-59-16,30 59 31,-30-58-16,88 58-15,-30 0 16,1 0 0,58 0-16,-29 0 0,1 58 15,28 30-15,-88-88 16</inkml:trace>
  <inkml:trace contextRef="#ctx0" brushRef="#br0" timeOffset="126723.92">26442 7249 0,'0'-58'0,"0"87"93,29 30-93</inkml:trace>
  <inkml:trace contextRef="#ctx0" brushRef="#br0" timeOffset="127510.1">27146 6838 0,'0'-58'15,"-29"116"64,-30 31-64,59-31 1,0 1-16,-59 0 15,59-1-15,0 30 16,0-29-16,0 0 16,30-59-1,58 0 1,0 0 0,-88-59-1,59 59-15,-59-59 0,0 1 16,0-30-1,0 29 1,-59 59-16,59-117 16,-147 117-16,88-89 15,1 31-15,-1-30 16,59 29 0,0 0 15,29 59-31,59 0 15,-29 0 1,0 0-16,-1 0 16,1 0-16,0 30 15</inkml:trace>
  <inkml:trace contextRef="#ctx0" brushRef="#br0" timeOffset="129261.51">27968 6868 0,'-30'0'47,"30"29"-47,0 30 15,-58 0-15,58-1 16,0 1-16,0 0 15,58-59-15,1 0 16,0 0-16,0 0 16,29 0-16,29-118 15,-58 60-15,-59-1 0,58-29 16,-58 58-16,0-28 16,0-1-1,-29 59-15,-30-59 0,1 59 16,-1 0-16,0 0 15,59 30-15,-58 28 16,58 1-16,0-30 16,0 30-16,58 29 15</inkml:trace>
  <inkml:trace contextRef="#ctx0" brushRef="#br0" timeOffset="129469.85">28467 7044 0,'0'29'31,"58"-29"-15,-58 59-16,118-59 15,-59 88 1,29-88-16</inkml:trace>
  <inkml:trace contextRef="#ctx0" brushRef="#br0" timeOffset="129853.62">29024 7073 0,'0'118'47,"59"-60"-31,-59 1 15,59-59-31,-59-29 16,58 29-1,-58-59-15,0 0 16,0 89 31,59 28-47,-59 1 15,0 0-15,59 0 16</inkml:trace>
  <inkml:trace contextRef="#ctx0" brushRef="#br0" timeOffset="130388.11">29699 7308 0,'59'0'47,"0"0"-47,58 0 31</inkml:trace>
  <inkml:trace contextRef="#ctx0" brushRef="#br0" timeOffset="130693.87">30140 7073 0,'0'-58'16,"88"58"0,-30 0-16,-58 29 31,0 59-31,0-29 15,-58 29 1,-1-30 0,59 1-1,88-59 1,-59 0-16,89 0 16,-30 0-1,0 0-15,0 0 0</inkml:trace>
  <inkml:trace contextRef="#ctx0" brushRef="#br0" timeOffset="135984.2">20836 6750 0,'0'-58'78,"59"58"-46,0 0-17,-59 29 1,0 118-1,0-88-15,0-1 16,0 30-16,0-29 16,-29 0-1,58-59 32,59 0-31,0 0-1,-29 0-15,-1 0 16,1 0-16</inkml:trace>
  <inkml:trace contextRef="#ctx0" brushRef="#br0" timeOffset="136682.06">21658 7103 0,'0'-59'172,"0"88"-125,0-58 15,59 29 1,-59 29-32,-29-29-15,58 0 46,0 0-62</inkml:trace>
  <inkml:trace contextRef="#ctx0" brushRef="#br0" timeOffset="139695.62">24241 8247 0,'29'0'31,"30"0"-15,29 0-16,-29 0 15</inkml:trace>
  <inkml:trace contextRef="#ctx0" brushRef="#br0" timeOffset="139807.64">24299 8365 0,'0'59'31,"30"-59"-15,28 0-16,1 0 0,0 0 16,0 0-1</inkml:trace>
  <inkml:trace contextRef="#ctx0" brushRef="#br0" timeOffset="140784.01">25972 8159 0,'-29'0'47,"-59"0"-31,88 118-1,-88-30-15,0 29 16,29-29-16,59 0 15,-88 30-15,88-60 16,0 1 0,29-59-1,59 0-15,0 0 16,-29 0 0,-59-29-1,59 29 1,-59-59-16,0-29 15,0-29 1,-30 29 0,-28 88-16,-60-88 15,30 88-15,0-118 16,30 118-16,58-59 16,-59 59-16,59-58 31,59 58-16,-1-59-15,1 59 16,0 0-16,-1 0 0,1 0 16,0 0-16,29 0 15,-88 29 1</inkml:trace>
  <inkml:trace contextRef="#ctx0" brushRef="#br0" timeOffset="141164.54">26178 8042 0,'58'0'15,"30"0"1,-29 0-16,-59 117 31,-29-117-15,29 59-1,-88-59-15,88 59 16,29-59 0,59 0-1,0 0-15,0 0 16,30 0 0,-60 0-16</inkml:trace>
  <inkml:trace contextRef="#ctx0" brushRef="#br0" timeOffset="141715.32">26941 8600 0,'-88'0'15,"29"0"-15,59 58 16,0 30 0,29-29-1,30-59-15,0 0 16,-1 0-16,30 0 15,-29-59-15,0 59 16,-59-88-16,0-29 16,0 29-1,-88 88-15,-59 0 32,88 0-17,59 59 1,30-1-1</inkml:trace>
  <inkml:trace contextRef="#ctx0" brushRef="#br0" timeOffset="141887.7">27087 8717 0,'30'0'16,"-30"29"-1,58-29-15,-58 59 16,59-59-16,-59 59 16,59-59-16,0 0 15</inkml:trace>
  <inkml:trace contextRef="#ctx0" brushRef="#br0" timeOffset="142240.24">27616 8776 0,'-59'0'0,"59"58"16,0 31-1,0-31 16,29-58-31,30 0 16,29 0 0,-88-29-16,59 29 15,-59-59-15,58 0 32,1 89-1,-59 58-16,59-88 1,-59 88-16</inkml:trace>
  <inkml:trace contextRef="#ctx0" brushRef="#br0" timeOffset="142496.53">28320 8923 0,'59'0'15,"-1"0"-15,1 0 16,0 0-1,-1 0-15,1 0 0</inkml:trace>
  <inkml:trace contextRef="#ctx0" brushRef="#br0" timeOffset="142852.75">28907 8717 0,'59'0'15,"58"0"1,0 0-1,-58 59 1,-59-1 0,-117 60-1,58-118 1,59 59-16,0-1 31,29-58-31,59 0 0,0 0 16,30 0-16,-30 0 15,0 0-15,0 0 16</inkml:trace>
  <inkml:trace contextRef="#ctx0" brushRef="#br0" timeOffset="157692.39">20807 9891 0,'0'-59'32,"29"1"140,30 58-157,0 0 32,-59 29-31,0 30-1,0 0 1,0-1 15,-29-58 0,-30 0 32,88 0 109,30 0-141,-59 59-15,59-59-1,-59 59-15,0-30 16,0 30 0,0-1 15,-30-58-16,-28 0 1,58 59-16,-59-59 16,29 0-1</inkml:trace>
  <inkml:trace contextRef="#ctx0" brushRef="#br0" timeOffset="158049.84">21453 10155 0,'-30'0'78,"30"-29"-62,0-30 15,59 59-15</inkml:trace>
  <inkml:trace contextRef="#ctx0" brushRef="#br0" timeOffset="161917.49">26999 5811 0,'0'-59'31,"0"1"16,0-1 0,30 59 15,-30 29-62,0 59 16,0 30-1,0-89-15,0 30 16,0 0 0,0 29-1,0-30 1,58-58-1,1 0 17,0 0-1,0 0-31,-1 0 31,60 0-31,-60 0 16,60 0-16,-30 0 15,-30 0-15,1 0 16,-30 0-16,89 0 16,-30 0-1,-29 88 1,-1-88-16,30 0 16,0 0-16,30 0 0,-30 0 15,0 0-15,0 0 16,0 0-1,-29 0-15,-1 0 16,30 0-16,-29 0 16,58 0-1,-87 0 1,28 0-16,60 0 16,-59 0-16,-30 0 15,59-58-15,-59 58 16,30 0-16,0 0 15,-59-59 1,0 30 0,0-30-1,0-58 1,-30 28 0,30 31-1,0-1 32,-88 88 0</inkml:trace>
  <inkml:trace contextRef="#ctx0" brushRef="#br0" timeOffset="176830.7">23859 10273 0,'-58'0'47,"116"0"187,60 0-234,-89 0 16,30 0-16,58 0 16,-58 0-1</inkml:trace>
  <inkml:trace contextRef="#ctx0" brushRef="#br0" timeOffset="177015.17">23977 10625 0,'58'0'47,"1"0"-31,0 0-1,29 0-15</inkml:trace>
  <inkml:trace contextRef="#ctx0" brushRef="#br0" timeOffset="179291.26">27469 9304 0,'-59'0'16,"1"0"0,116 0 46,89 0-62,58 0 16,60 0-16,-89 0 0,0 0 15,-88 0-15,-30 0 16,1 0-16,-118 59 47,-58-59-31</inkml:trace>
  <inkml:trace contextRef="#ctx0" brushRef="#br0" timeOffset="180733.47">11651 11359 0,'58'-30'31,"1"30"-16,0 0 1,0 0 15,-1 0-15,1 0 0,0 0-16,-30 0 15,30 0 1,-1 0-16,1 0 0,29 0 0,30-88 15,-30 88-15,0 0 16,0 0 0,29 0-1,-29 0-15,0 0 0,0 0 0,0 0 16,59 0-16,-59 0 16,59 0-1,-30 0-15,30 0 0,-30 0 16,-29 0-16,30 59 15,-30-59 1,0 0-16,29 0 16,30 0-16,-30 0 0,30 0 15,-30 0-15,30 0 16,-59 0-16,0 0 16,-29 0-16,0 0 15,-1 0-15,1 0 16,29 0-16,0 0 15,-29 0 1,-59-29 0,117 29-16,-117 29 93,-29-29-93</inkml:trace>
  <inkml:trace contextRef="#ctx0" brushRef="#br0" timeOffset="182202.11">25444 9950 0,'-59'0'31,"59"59"-31,-58-59 16,58 88 0,-88-30-16,88 1 15,-118 0-15,118-1 0,-59 1 16,59 0 0,0 0-16,0-1 15,0 30 1,59-88-16,0 0 15,0 0-15,-1 0 0,1 0 16,0-29 0,-59-88-16,0 58 15,0 0 1,-88-29-16,0 29 16,0 1-16,-1-1 15,31 0-15,-1 59 16,59-88-16,-59 88 15,59-58-15,0-1 0,30 59 32,28-59-32,30 59 15,1 0 1,57 0-16,-58 0 0,0 0 16,-29 29-1</inkml:trace>
  <inkml:trace contextRef="#ctx0" brushRef="#br0" timeOffset="182630.13">25884 9686 0,'59'0'15,"0"0"1,-1 0 15,-58 29-31,0 59 16,-88-88-16,30 88 16,-1-88-1,59 59 1,147-59-1,-1 0 1,-28 0-16,28 0 16,-87 0-16</inkml:trace>
  <inkml:trace contextRef="#ctx0" brushRef="#br0" timeOffset="184083.15">26236 10566 0,'0'59'47</inkml:trace>
  <inkml:trace contextRef="#ctx0" brushRef="#br0" timeOffset="184834.42">27264 10067 0,'0'-58'0,"58"58"16,-58-59 0,-29 118 46,29-30-46,-88 88-16,88-29 15,-88 0 1,88-29-16,0 0 16,0 0-1,0-1 1,88-58 15,-29 0-15,-59-29-16,0-59 15,0 0 1,0 29-16,0 0 16,0 1-16,0-30 15,-30 88 1,30-88-16,-117 88 15,29-118-15,0 118 16,29-88-16,59 29 47,88 59-31,0 0-16,0 0 15,30 0-15,-30 59 16,-30-59-16</inkml:trace>
  <inkml:trace contextRef="#ctx0" brushRef="#br0" timeOffset="185519.53">28349 10243 0,'-58'0'32,"58"59"-17,-59-59 1,59 59-16,29 0 15,30-59-15,29 0 32,-88-59-32,88-29 0,-88 58 15,0-28 1,0-1-16,0 0 16,0-29-1,-59 88-15,1 0 16,-1 0-16,0 0 15,59 59 1,0 0-16,0-1 16,0 1-16</inkml:trace>
  <inkml:trace contextRef="#ctx0" brushRef="#br0" timeOffset="185719.08">28584 10302 0,'59'118'47,"58"-60"-31,-87-58-1,28 0 1</inkml:trace>
  <inkml:trace contextRef="#ctx0" brushRef="#br0" timeOffset="186054.76">28907 10449 0,'59'0'32,"-59"29"-1,58-29-31,-58 59 0,59-59 31,0 0-15,-59-29-1,58-30 1,-58 88 31,59-29-47,-59 118 16,0-60-16</inkml:trace>
  <inkml:trace contextRef="#ctx0" brushRef="#br0" timeOffset="186849.65">29846 10478 0,'-59'0'16,"118"0"15,0 0-31,-1 0 16,1 0-16,29 0 15</inkml:trace>
  <inkml:trace contextRef="#ctx0" brushRef="#br0" timeOffset="198717.91">30492 10243 0,'29'0'110,"59"0"-110,0 0 31,-29 0-16,-118 0 17,0 88-17,1-88 1,58 59 0,0-29-1,0 28 16,29-58-31,-29 59 16,59 0-16,-59-1 63,-30-58-63,-28 0 15,-30 88 1</inkml:trace>
  <inkml:trace contextRef="#ctx0" brushRef="#br0" timeOffset="200385.61">23742 12181 0,'29'0'32,"59"0"-1,-29 0-31,29 0 15,-29 0 1</inkml:trace>
  <inkml:trace contextRef="#ctx0" brushRef="#br0" timeOffset="200536.63">23859 12357 0,'30'0'31,"58"0"-15,-30 0-1,60 0 17</inkml:trace>
  <inkml:trace contextRef="#ctx0" brushRef="#br0" timeOffset="201443.75">25209 11740 0,'-29'0'63,"29"59"-63,-59 29 31,59-58-31,0 87 16,-59-29-16,59-29 15,0 29 1,30-88 0,29 0-16,-1 0 15,-58-30 16,59 30-31,-59-58 16,0-30-16,0 29 16,0-29-1,-88 88 1,88-88-16,-59 88 16,59-59-16,-88 59 15,29-59-15,-29-29 16,88 59 31,59 29-32,29 0-15,0 0 16,-29 0-16,0 0 16,-1 0-16,-58 59 15,59-59-15</inkml:trace>
  <inkml:trace contextRef="#ctx0" brushRef="#br0" timeOffset="202219.46">25679 11212 0,'29'0'47,"59"0"-47,-29 0 16,0 0-1,29 0 1,-88 59 15,-88-1-31,29-58 16,0 59 0,0 0-16,59 0 31,118 29-16,-118-59 32,-59-29-15,0 0-17,59 59-15</inkml:trace>
  <inkml:trace contextRef="#ctx0" brushRef="#br0" timeOffset="203050.22">26354 11770 0,'-59'0'0,"59"29"16,-59 30-16,59 0 15,0-1 1,59 30-16,0-88 0,-1 0 31,1 0-31,0-29 16,0-30-16,-59 1 0,58-1 15,-58 0-15,0-29 32,-58 88-32,-1 0 0,-29 0 0,29 0 15,0 0 17,59 59-32,0-1 0</inkml:trace>
  <inkml:trace contextRef="#ctx0" brushRef="#br0" timeOffset="203269.56">26647 11946 0,'0'59'31,"0"29"-16,59-88-15,-59 58 16,88-58-16,0 59 16,-29-59-1</inkml:trace>
  <inkml:trace contextRef="#ctx0" brushRef="#br0" timeOffset="203647.97">27117 12005 0,'0'29'47,"0"30"-47,58-59 16,1 0 15,-59-30-15,59 30-1,-59-58 1,59 58-1,-59 58 1,0 1 0,0 29-1,58-88-15</inkml:trace>
  <inkml:trace contextRef="#ctx0" brushRef="#br0" timeOffset="203941.32">27645 12239 0,'59'0'16,"-1"0"-16,1-58 16,0 58-16,-1 0 15,1 0-15</inkml:trace>
  <inkml:trace contextRef="#ctx0" brushRef="#br0" timeOffset="204630.68">28261 11975 0,'30'0'47,"58"0"-32,0 0 1,29 0 0,-117 59 30,-59 0-30,1 29-16,58-30 31,0-28-31,0 28 32,0 1 14,-88-59-30,29 0 0,0 118-16</inkml:trace>
  <inkml:trace contextRef="#ctx0" brushRef="#br0" timeOffset="-213429.35">11269 13237 0,'59'0'125,"0"0"-110,-1 0 1,1 0-16,0 0 0,-1 0 15,30 0 1,1 59-16,28-59 0,0 0 16,30 59-16,-30-59 15,30 0-15,-59 0 16,0 0-16,-29 0 16,0 0-16,-1 59 15,1-59-15,0 0 16,-1 0-16,30 0 15,0 0-15,59 0 16,-29 0-16,28-30 16,-58 30-16,-29 0 15,0 0-15,-1 0 16,1 0-16,0 0 0,0 0 16,-1 0-16,1 0 15,0 0-15,29 0 16,-30 0-1,1 0 17,0 0-1,-59 30-15</inkml:trace>
  <inkml:trace contextRef="#ctx0" brushRef="#br0" timeOffset="-206676.49">27029 4373 0,'-59'117'15,"59"-58"1,0 0 0,29-1-1</inkml:trace>
  <inkml:trace contextRef="#ctx0" brushRef="#br0" timeOffset="-206184.36">27029 4343 0,'0'-58'31,"88"58"0,-30 0-31,31 0 0,-1 0 0,0 0 16,58 0-1,-28 0-15,28 0 0,31 0 16,-60 0 0,59 0-16,0 0 0,-29 0 15,-30 0-15,30 0 16,-59 0-1,0 0-15,0 0 0,-29 0 0,-1 0 16,30 0 0,-29 0 15,-59 29-31,0 59 16,0 30-1,0-30-15,88 0 0</inkml:trace>
  <inkml:trace contextRef="#ctx0" brushRef="#br0" timeOffset="-193712.3">6515 5165 0,'-29'0'16,"-30"0"0,59-58-1,-59 58 1,1 0 15,58-59-15,-88 59-16,29 0 15,0 0 1,0 0 0,1 0-16,-1 0 15,0 0-15,1 29 16,-1-29-16,0 0 15,1 0-15,-1 59 16,0-59-16,-29 0 16,29 88-1,-29-88 1,-29 59-16,29-59 16,88 58-1,-88-58 1,29 59-1,1 0-15,-30 29 16,29 0 0,0 0-1,0 0 1,59 0 0,0-29-16,-58 29 15,58 0 1,-88 0-1,88-29 1,0-1 0,58 1-1,1 0 17,-59 0-17,59-59-15,-59 58 16,59-58-16,-59 59 15,29-59-15,-29 59 16,59-59-16,-1 0 16,-58 58-1,88-58-15,-29 0 16,-59 59 0,59-59-16,-59 59 15,58-59-15,60 59 31,-30-59-15,-30 0-16,1 0 16,0 0-16,29 0 15,0 0 1,0-30 0,-29 30-1,-1 0-15,1 0 0,0-88 16,-1 88-1,1 0-15,0-59 0,0 59 16,-1 0-16,30-58 16,30 58-16,-30 0 15,-30-59-15,30 59 16,-29 0-16,0-59 16,0 59-16,-1 0 15,30 0 1,-88-58-16,88 58 15,30 0-15,-30-59 16,0 59 15,-30 0-31,-58-59 16,89 59-16,28-59 16,-29 59-1,-88-58-15,88 58 16,29-88-1,-29 29 1,-29 59-16,-59-59 0,88 59 16,-88-58-1,59 58-15,-59-59 0,59 59 16,-59-59 0,58 59-16,-58-29 0,59 29 15,-59-59-15,59-29 16,-59 59 15,58-89-31,-58 30 16,0 0-1,0 0 1,0-29 0,-29 117-1,29-118-15,-88 60 16,-29-30-16,-1 88 15,-29-89-15,-87 89 16,-1 0-16,0 0 0,-88 0 16,-29 89-1,29 116-15,0-29 16,59 30-16,59-118 0</inkml:trace>
  <inkml:trace contextRef="#ctx0" brushRef="#br0" timeOffset="-189271.06">26324 12562 0,'0'-58'15,"0"116"79,0 1-94,0 0 16,0-1-16,0 1 0,59 0 15,-59 0 1</inkml:trace>
  <inkml:trace contextRef="#ctx0" brushRef="#br0" timeOffset="-188741.07">26500 12973 0,'59'0'46,"0"0"-30,0 0 0,29 0-16,88 0 15,29 88-15,-29-88 0,0 0 16,0 0-16,0 0 16,-29 0-1,-29 0-15,-1 0 0,-29 0 16,0 0-16,-29 0 15,-1 0 1,30 0-16,-29 0 16,0 0-1,-59-29 17,0-59-17,0 29 1,-29 59 15,29 30-31,-59-30 31</inkml:trace>
  <inkml:trace contextRef="#ctx0" brushRef="#br0" timeOffset="-188127.21">27146 13237 0,'0'30'94</inkml:trace>
  <inkml:trace contextRef="#ctx0" brushRef="#br0" timeOffset="-184085.73">26383 15233 0,'-29'0'0,"58"0"47,-29-29-15</inkml:trace>
  <inkml:trace contextRef="#ctx0" brushRef="#br0" timeOffset="-163131.43">21071 12416 0,'0'58'46,"0"1"-46</inkml:trace>
  <inkml:trace contextRef="#ctx0" brushRef="#br0" timeOffset="-162953.71">21071 13149 0,'-58'0'16,"58"59"15,0 0-15,0-1 15</inkml:trace>
  <inkml:trace contextRef="#ctx0" brushRef="#br0" timeOffset="-162839.18">20954 13472 0,'29'0'47</inkml:trace>
  <inkml:trace contextRef="#ctx0" brushRef="#br0" timeOffset="-161899.31">20719 14235 0,'29'0'63,"59"-58"-47,-29 58-16,-59-88 15,59 88-15,-59-88 16,0 0-16,0 146 47,0 30-32,-59 59-15,59 29 16,0 0-16,0-58 16,0-30-16,0-30 15,0 31 1,-59-89-16</inkml:trace>
  <inkml:trace contextRef="#ctx0" brushRef="#br0" timeOffset="-161560.52">21071 14529 0,'59'-59'15,"0"59"1,-59 59 31,-88 0-47,0-1 15,0-58-15,29 118 16,-29-60-16,88 1 16,29-59 15,30 0-31,58 0 0,-29 0 16,0 0-16,-29 0 15</inkml:trace>
  <inkml:trace contextRef="#ctx0" brushRef="#br0" timeOffset="-160831.28">21658 14734 0,'59'0'47,"-59"30"94,0-60-63,59 30-31</inkml:trace>
  <inkml:trace contextRef="#ctx0" brushRef="#br0" timeOffset="-159867.53">23771 14353 0,'30'0'31,"28"0"-15,1 0-1,0 0-15,29 0 16,-88 59 0</inkml:trace>
  <inkml:trace contextRef="#ctx0" brushRef="#br0" timeOffset="-159760.77">23830 14646 0,'29'0'16,"30"0"-1,0 0 1,-1 0-16,30 0 16</inkml:trace>
  <inkml:trace contextRef="#ctx0" brushRef="#br0" timeOffset="-158374.64">20690 10801 0,'29'0'47,"88"0"-47,30 0 15,-59 0-15,-29 0 16,0 0 0</inkml:trace>
  <inkml:trace contextRef="#ctx0" brushRef="#br0" timeOffset="-158265.8">20807 10919 0,'0'58'16,"88"-58"-1,30 0 1,-1 0-16,30 0 0</inkml:trace>
  <inkml:trace contextRef="#ctx0" brushRef="#br0" timeOffset="-157477.85">24945 12856 0,'59'0'31,"-1"0"-15,1 0-16,29 0 16,-88 29-1</inkml:trace>
  <inkml:trace contextRef="#ctx0" brushRef="#br0" timeOffset="-157360.86">24974 12944 0,'30'0'47,"28"0"-47,1 59 16,0-59-16,0 0 15</inkml:trace>
  <inkml:trace contextRef="#ctx0" brushRef="#br0" timeOffset="-156645.14">27909 12797 0,'59'0'47,"0"0"-47,-1 0 15,30 0 1,-29 0-1</inkml:trace>
  <inkml:trace contextRef="#ctx0" brushRef="#br0" timeOffset="-156527.89">27938 12915 0,'0'58'15,"30"-58"-15,29 0 16,-1 0-16,-28 0 15,28 0-15</inkml:trace>
  <inkml:trace contextRef="#ctx0" brushRef="#br0" timeOffset="-154057.04">20954 7543 0,'0'-59'31,"88"59"16,-29 0-31,-1 0-16,30 30 16,-29-30-16,-59 58 15,59-58-15</inkml:trace>
  <inkml:trace contextRef="#ctx0" brushRef="#br0" timeOffset="-153932.42">20954 7807 0,'0'59'31,"88"-59"-31,59 0 16,29 0-16,0 0 15,-59 0-15</inkml:trace>
  <inkml:trace contextRef="#ctx0" brushRef="#br0" timeOffset="-152984.48">25591 9216 0,'117'0'31,"-58"0"-15,-30 0-16,30 0 15</inkml:trace>
  <inkml:trace contextRef="#ctx0" brushRef="#br0" timeOffset="-152856.46">25649 9392 0,'30'0'32,"28"0"-32,30 0 15,-29 0-15</inkml:trace>
  <inkml:trace contextRef="#ctx0" brushRef="#br0" timeOffset="-151057.9">27528 9363 0,'117'0'93,"-29"0"-93,29 0 16,60 0-16,57 0 16,30 0-16,-29 88 0,-59-88 0,-29 59 15,-30-59-15,-29 0 32,-29 58-32,0 1 109</inkml:trace>
  <inkml:trace contextRef="#ctx0" brushRef="#br0" timeOffset="-149049.45">20983 5899 0,'59'0'31,"58"0"-31,-29 0 0,0 0 16,0 0-16</inkml:trace>
  <inkml:trace contextRef="#ctx0" brushRef="#br0" timeOffset="-147994.62">25649 5899 0,'118'0'47,"-1"0"-47,-29 0 16,0 0-16,-29 0 0</inkml:trace>
  <inkml:trace contextRef="#ctx0" brushRef="#br0" timeOffset="-147536.7">26295 4549 0,'0'-59'16,"-59"59"0,1 88-1,58-29-15,0 29 0,29-29 16,30-59-16</inkml:trace>
  <inkml:trace contextRef="#ctx0" brushRef="#br0" timeOffset="-145819.43">26031 4666 0,'59'0'156,"29"-29"-141,-59 29 1,-29-59 0,0 1-1,59 58 48,-1 0 15,-58-59-31,-29 59-32,-30 0 32,89 0 78,-30 29-109,0 30 15,0 0-15,0-1-1,0 30 1,0-29-16,0 29 16,0-29-16</inkml:trace>
  <inkml:trace contextRef="#ctx0" brushRef="#br0" timeOffset="-145410.79">26207 4960 0,'59'0'62,"-1"0"-46,-116 0 31,-30 0-32,29 0 1,0 0 0,59 59 15,118-59-31,-89 0 0</inkml:trace>
  <inkml:trace contextRef="#ctx0" brushRef="#br0" timeOffset="-140465.27">25180 14059 0,'-29'0'15,"-60"0"1,89 59-16,-58 29 0,58-59 15,-88 89 1,88-30-16,0-29 0,0 29 16,0-30-1,58-58 17,1 0-32,0 0 15,0 0 1,-59-29-16,58 29 15,-58-59-15,0-29 32,0 0-17,-58 0-15,-60 0 16,1 29 0,29 59-1,88-58 1,0-1 15,29 59-15,59 0-1,-29 0 1,29 0 0</inkml:trace>
  <inkml:trace contextRef="#ctx0" brushRef="#br0" timeOffset="-139893.65">25591 13942 0,'0'-59'31,"88"0"-15,-30-29-16,1-29 15,-59 58 1,0 89 46,0 28-62,0 1 16,0 0-16,-29-1 16,29 1-16,0 0 15,0 29 1</inkml:trace>
  <inkml:trace contextRef="#ctx0" brushRef="#br0" timeOffset="-139594.77">25972 13824 0,'88'0'16,"-29"0"-16,-118 0 62,1 0-46,58 30-16,-59-30 0,59 59 31,0-1-31,59 1 31,29-59-31,-30 0 0,1 0 16</inkml:trace>
  <inkml:trace contextRef="#ctx0" brushRef="#br0" timeOffset="-138759.49">26735 14265 0,'-58'0'0,"-30"58"16,29 31-16,59-31 16,0 1-1,59 58-15,-1-117 16,1 0-1,0 0-15,-1-29 16,1-59-16,-59 29 16,0 30-16,0-30 15,0 0-15,0 1 16,-29 58-16,-30-59 16,0 59-16,1 0 0,-1 0 15,59 59 1,0 58-1,29-117-15</inkml:trace>
  <inkml:trace contextRef="#ctx0" brushRef="#br0" timeOffset="-138559.43">26911 14676 0,'0'58'31,"59"-58"-31,0 0 16,-1 59 0</inkml:trace>
  <inkml:trace contextRef="#ctx0" brushRef="#br0" timeOffset="-138223.67">27322 14676 0,'-29'0'16,"29"58"-1,0 1 17,29-59-32,30 0 15,29 0 1,-88-29 0,88 29-16,-88-59 0,59 59 31,-59 88 16,0-29-32</inkml:trace>
  <inkml:trace contextRef="#ctx0" brushRef="#br0" timeOffset="-137974.53">28203 14764 0,'88'29'16,"-30"-29"-16,30 0 15,0 0-15,-29 0 0</inkml:trace>
  <inkml:trace contextRef="#ctx0" brushRef="#br0" timeOffset="-137326.37">29259 14705 0,'0'-59'0,"59"59"16,-177 0 31,60 30-32,58 28 1,0 1 15,29-59-31,118 0 16,-30 0-16,30 0 0,-59 0 16</inkml:trace>
  <inkml:trace contextRef="#ctx0" brushRef="#br0" timeOffset="-124292.18">27205 15233 0,'0'-58'16,"0"-1"15,29 59 32,-29 29-48,0 30-15,0 0 16,0-1-16</inkml:trace>
  <inkml:trace contextRef="#ctx0" brushRef="#br0" timeOffset="-124129.89">27234 15468 0,'0'59'31,"0"0"0</inkml:trace>
  <inkml:trace contextRef="#ctx0" brushRef="#br0" timeOffset="-123994.58">27234 15732 0,'0'59'47</inkml:trace>
  <inkml:trace contextRef="#ctx0" brushRef="#br0" timeOffset="-123754.1">26970 15850 0,'0'59'31,"29"-59"-31,-29 58 15,59-58-15,-59 59 16,88-59-16,-29 0 16</inkml:trace>
  <inkml:trace contextRef="#ctx0" brushRef="#br0" timeOffset="-123578.47">27440 15997 0,'-59'0'16,"59"58"15,-59 1-31,59 0 16,0 58-16</inkml:trace>
  <inkml:trace contextRef="#ctx0" brushRef="#br0" timeOffset="-122088.61">26765 16584 0,'0'-59'0,"-59"88"125,59 30-125,-59 0 0,59-1 16,0 1 0,0 0-16,30 0 15,28-59-15,1 0 16,0 0-16,-1-30 16,1-58-1,-59-59 1,0 89-1,0 28-15,-29 30 16,-59 0 0,29 0-1,59 118 1,0-60-16</inkml:trace>
  <inkml:trace contextRef="#ctx0" brushRef="#br0" timeOffset="-121893.29">27029 16818 0,'0'59'62,"58"-59"-62,30 88 16,1-88-1</inkml:trace>
  <inkml:trace contextRef="#ctx0" brushRef="#br0" timeOffset="-121641.64">27352 16936 0,'0'29'0,"0"30"31,0 29-15,117-88-16,-58 0 15,-1 0-15,1 0 0,-59-29 16,88 29-16,-88-88 16,0-30-1,-29 118-15,-30 0 16,0 0-16,-29 0 15,88 30 1,-58-30-16</inkml:trace>
  <inkml:trace contextRef="#ctx0" brushRef="#br0" timeOffset="-107141.39">23214 16642 0,'0'-58'16,"0"-1"15,-59 176 47,59-29-62,-59-29-1,59 0-15,0 0 16,59-59-1,88 0 1,-89 0-16,1-30 16,0-58-16,-59 29 15,0 1-15,0-30 16,-30 88 0,-58 0-1,88 29 16</inkml:trace>
  <inkml:trace contextRef="#ctx0" brushRef="#br0" timeOffset="-106966.71">23448 16760 0,'0'58'15,"0"1"1,59-59-16,-59 59 16,88-59-16,-29 0 0,-59 59 15,88-59-15</inkml:trace>
  <inkml:trace contextRef="#ctx0" brushRef="#br0" timeOffset="-106607.54">23889 16848 0,'0'29'47,"0"30"-32,29-59 1,30 0 15,-1-29-15,-58-30 0,59 59-1,29 29 32,-88 59-31,29-88-1,-29 59-15</inkml:trace>
  <inkml:trace contextRef="#ctx0" brushRef="#br0" timeOffset="-106346.42">24358 17024 0,'29'0'15,"30"0"-15,0 0 16,0 0 0,-1 0-1</inkml:trace>
  <inkml:trace contextRef="#ctx0" brushRef="#br0" timeOffset="-106013.11">24652 16936 0,'0'-59'31,"58"59"-15,1 0-1,0 0-15,29-88 16,-88 29-1,0 89 48,-30 58-47,30 0-16,-58-29 0,58 58 0,0-58 31,0-1-31,-59-58 0,59 88 0</inkml:trace>
  <inkml:trace contextRef="#ctx0" brushRef="#br0" timeOffset="-105730.27">25004 17053 0,'58'0'16,"-87"0"62,29 30-78,-59-30 15,59 58 1,118-58 15,-59 0-31</inkml:trace>
  <inkml:trace contextRef="#ctx0" brushRef="#br0" timeOffset="-105392.04">25561 16760 0,'30'0'47,"58"0"-47,-30 0 31</inkml:trace>
  <inkml:trace contextRef="#ctx0" brushRef="#br0" timeOffset="-105251.39">25444 16936 0,'59'0'31,"29"0"-31,29 0 15,-29 0-15</inkml:trace>
  <inkml:trace contextRef="#ctx0" brushRef="#br0" timeOffset="-99051.98">23683 733 0,'-59'-59'15,"59"1"32,0-1-15,-58 59-17,58 88 32,-59 0-31,59 0-16,0-29 15,0 0-15,0-1 16,29-58-16,118 0 16,-118 0-1,60-29 1,-31-30-16,30-88 15,-88 89-15,0-1 16,0 0-16,0 1 16,-58-1-1,-1 59-15,0 0 16,0 0 0,59 59-16,0-1 0,0 30 0,0-29 15</inkml:trace>
  <inkml:trace contextRef="#ctx0" brushRef="#br0" timeOffset="-98837.68">23977 850 0,'0'59'31,"0"29"-16,0-29 1,29-59-16,-29 88 16,59-88-16,-59 59 15,117-59-15</inkml:trace>
  <inkml:trace contextRef="#ctx0" brushRef="#br0" timeOffset="-98431.17">24387 850 0,'0'30'15,"30"-30"1,-30 88-1,0-29-15,59 29 0,-59-59 16,0 30-16,-30 29 16,60-176 46,28 29-62,60-29 16,-148 88 31,-28 0-32,58 117 1,0-29 0,29-88-16,-29 88 15,88-88-15</inkml:trace>
  <inkml:trace contextRef="#ctx0" brushRef="#br0" timeOffset="-98077.08">25062 880 0,'30'0'16,"29"-30"-1,-1 30-15,1 0 16,0 0-16,-59 30 0,29-30 16</inkml:trace>
  <inkml:trace contextRef="#ctx0" brushRef="#br0" timeOffset="-97960.29">25033 1173 0,'59'0'15,"29"0"1,29 0-16,1 0 16</inkml:trace>
  <inkml:trace contextRef="#ctx0" brushRef="#br0" timeOffset="-97336.98">25855 704 0,'0'58'93,"-59"30"-77,59-29 0,0 0-16,0 29 15,29-88-15,60 0 16,-31 0 0,1 0-16,-59-29 15,88-30 1,-88 0-16,0 0 15,0 1-15,0 28 0,0-28 16,-59 58 0,1 0-1,-60 117-15,118-88 0</inkml:trace>
  <inkml:trace contextRef="#ctx0" brushRef="#br0" timeOffset="-97193.61">26031 1203 0,'59'0'0,"-1"0"16,1-30-1,29 30-15,-29 0 32,-1-58-17</inkml:trace>
  <inkml:trace contextRef="#ctx0" brushRef="#br0" timeOffset="-96789.39">26530 880 0,'-30'29'16,"30"89"0,0-89-1,30-29-15,-30 59 16,88-59-16,-29 0 15,-1 0-15,1-30 16,-59 89 47,117 29-63,-117 0 15,0 30 1,0 28-16,0-58 0,-29-29 15,-30-59 1,1 59-16,-1-59 16,0 0-16,1-30 15,-31-58 1,89 0-16,59 0 16,-29 88-1,58-58-15,-59 58 16,30 0-1</inkml:trace>
  <inkml:trace contextRef="#ctx0" brushRef="#br0" timeOffset="-96324.06">27645 1085 0,'0'-29'0,"59"29"47,-1 0-47,1 0 16</inkml:trace>
  <inkml:trace contextRef="#ctx0" brushRef="#br0" timeOffset="-96206.14">27938 792 0,'30'0'31,"29"0"-15</inkml:trace>
  <inkml:trace contextRef="#ctx0" brushRef="#br0" timeOffset="-96099.9">27997 1144 0</inkml:trace>
  <inkml:trace contextRef="#ctx0" brushRef="#br0" timeOffset="-95641.37">28525 762 0,'88'0'32,"-88"88"-32,89 30 31,-89-59-31,0-1 16,-89 60-1,31-118 1,146-59 15,-29 0-31,-1 59 16,-58-88-16,88 88 15,-88-58-15,0 87 47,-29 59-31,29 29-1,29-117 1,30 59-16</inkml:trace>
  <inkml:trace contextRef="#ctx0" brushRef="#br0" timeOffset="-95386.33">29318 1027 0,'58'0'31,"1"0"-15,29 0-16,30 0 0,-60 0 15,1 29-15</inkml:trace>
  <inkml:trace contextRef="#ctx0" brushRef="#br0" timeOffset="-95220.74">29376 1291 0,'30'0'16,"29"0"-16,-1 0 0,1 0 15,29 0-15,-29 0 16</inkml:trace>
  <inkml:trace contextRef="#ctx0" brushRef="#br0" timeOffset="-94756.02">29934 939 0,'-59'0'0,"59"29"31,0 30-31,88-1 16,-58-58-1,58 59-15,-59-59 16,89 0-16,-30 0 16,-30-59-16,1 59 15,-59-88-15,0 0 16,0 206 31,0-1-47,0 30 15,0 29 1,0-59-16,0-29 0,0-29 16,-29-59 15,-30-29-31,59-30 16,-88 59-1,88-88-15,0 0 16,29 88-16,30-59 15,0 59-15,-1 0 16,1 0-16,0 0 16</inkml:trace>
  <inkml:trace contextRef="#ctx0" brushRef="#br0" timeOffset="-90246.96">28672 16877 0,'0'-59'0,"-59"59"16,89 0 93,29 0-93</inkml:trace>
  <inkml:trace contextRef="#ctx0" brushRef="#br0" timeOffset="-90097.26">28878 16496 0,'58'0'62</inkml:trace>
  <inkml:trace contextRef="#ctx0" brushRef="#br0" timeOffset="-89999.06">28936 16642 0,'0'59'47</inkml:trace>
  <inkml:trace contextRef="#ctx0" brushRef="#br0" timeOffset="-89416.18">29347 16496 0,'0'-59'16,"0"88"30,59 30-30,-59 0 0,0 29-1,0-30 1,59-58 15,29 0-15,-88-58-1,58-1-15,-58 0 16,59 59-16,-59 30 47,0 58-16,0 0-31,0-30 16</inkml:trace>
  <inkml:trace contextRef="#ctx0" brushRef="#br0" timeOffset="-89111.75">29963 16613 0,'30'0'31,"117"0"-15,-89 0-16,30 0 16</inkml:trace>
  <inkml:trace contextRef="#ctx0" brushRef="#br0" timeOffset="-88711.29">30433 16466 0,'59'-58'31,"-1"58"-31,1-59 16,29-29-1,-88 29 1,0 0-16,0-29 16,-29 118 15,29 28-16,0 1 1,0 29 0,0 0-16,-59 0 0,59 0 0,0 30 15,0-60-15,0 1 32</inkml:trace>
  <inkml:trace contextRef="#ctx0" brushRef="#br0" timeOffset="-88366.59">30697 16349 0,'59'0'16,"0"0"15,-1 0-15,-58 29 15,-88-29-15,88 59 15,0 0-16,30-59 1,87 58 0</inkml:trace>
  <inkml:trace contextRef="#ctx0" brushRef="#br0" timeOffset="-87933.76">31255 16349 0,'29'0'32,"30"0"-17,-1 0 1,1 0-16,0 0 16</inkml:trace>
  <inkml:trace contextRef="#ctx0" brushRef="#br0" timeOffset="-87786.01">31225 16554 0,'0'59'32,"88"-59"-32,-29 0 15,0 0-15,-1 0 16,1 0-16,0 0 15</inkml:trace>
  <inkml:trace contextRef="#ctx0" brushRef="#br0" timeOffset="-87430.81">31900 16466 0,'0'30'32,"0"28"-17,59 1 1,0-59-16,-1-59 15,-58 1 1,0-1-16,0-29 31,-29 29-31,-30 59 16,1 29 0,58 30-1,-118 0-15,60-59 16</inkml:trace>
  <inkml:trace contextRef="#ctx0" brushRef="#br0" timeOffset="-86587.26">28995 17288 0,'0'-59'47,"59"59"-47,-1 0 16,1 0-16</inkml:trace>
  <inkml:trace contextRef="#ctx0" brushRef="#br0" timeOffset="-86475.59">29230 17112 0,'58'0'47</inkml:trace>
  <inkml:trace contextRef="#ctx0" brushRef="#br0" timeOffset="-86347.27">29259 17288 0,'-59'0'0,"89"0"47,-30 59-31</inkml:trace>
  <inkml:trace contextRef="#ctx0" brushRef="#br0" timeOffset="-85902.46">29582 17259 0,'0'58'31,"0"1"-31,0 0 0,0 29 31,59-117 16,-59-30-31,58 59-16,-58-88 15,59 29-15,-59 147 63,0-29-63,0 0 15,0-1-15</inkml:trace>
  <inkml:trace contextRef="#ctx0" brushRef="#br0" timeOffset="-85630.43">30051 17435 0,'59'0'31,"0"0"-31,0 0 15,-1 0-15,1 59 16</inkml:trace>
  <inkml:trace contextRef="#ctx0" brushRef="#br0" timeOffset="-85501.98">30022 17758 0,'147'0'16,"-59"-30"-16,-29 30 15,-1 0-15,30 0 32</inkml:trace>
  <inkml:trace contextRef="#ctx0" brushRef="#br0" timeOffset="-85076.26">30785 17435 0,'59'-59'16,"0"59"0,-59-117-16,88 58 0,-88 0 15,88 1-15,-88-30 16,0 29 0,-59 88 15,59 30-16,0 0-15,0 29 16,0 0 0,-59 29-16,59-58 15,0 0-15,0-30 16</inkml:trace>
  <inkml:trace contextRef="#ctx0" brushRef="#br0" timeOffset="-84768.08">31079 17288 0,'58'0'16,"30"0"-1,-29 0 1,-88 0 31,-30 29-47,0-29 31,59 59-15,88-59-1,-29 0-15,0 59 16,-1-59-16</inkml:trace>
  <inkml:trace contextRef="#ctx0" brushRef="#br0" timeOffset="-77006.1">30521 17317 0,'0'-58'15,"-59"58"1,59-59 218,30 59-218,-30-59 0,0 1 15,0-1 0,0 0-15,0 1-16,0-31 15,0 31 1,0-30 15,0 29-15,0-29 0,0 29 15,0 1-31,0-1 15,0 0 1,0 0 0,0 1-1,0-1 1,0 0 0,0 1-1,0-1 1,0 0-1,0 30 1,-30 29 0,30-59-16,0 0 15,0 1-15,0-30 32,0-30-17,0 30 1,0 0-1,0 29 1,0 1 0,0-1-1,0 0 1,0 1 0,0-30-1,0-1 1,0 1-1,0 30 1,0-1-16,0 0 31,-58 59-31,58-58 0,0-1 16,0 0 0,-59 59 15,59-88-31,0 29 15,0 1 1,-59-1 0,59 0-1,-58 1 1,-1 58 15,59-59-31,-59 59 16,0 0-1,1-59 17,-1 59-32,0 0 15,30 0 1,-88 0 0,58 0-16,0 0 15,30 0-15,-30 0 16,1 0-1,-31 0-15,31 0 16,-60 0 0,60 0-16,28 0 15,-28 0-15,-1 0 0,0 0 32,1 0-32,-1 0 0,0 0 15,1 0-15,-1 0 16,0 0-16,-29 0 15,0 0 1,0 0 0,88 30-1,-117-30-15,87 0 0,-87 0 16,58 58-16,-29-58 31,0 0-15,29 0-16,1 0 31,87-29 110</inkml:trace>
  <inkml:trace contextRef="#ctx0" brushRef="#br0" timeOffset="-76795.67">27704 13766 0,'-59'0'0,"0"0"0,1 88 16,58-29-16,-88-1 0,88 1 15,0 0 1,0-1-16,0 1 0,88-59 16,58 59-1,30-59-15,59 0 0,-59 0 16</inkml:trace>
  <inkml:trace contextRef="#ctx0" brushRef="#br0" timeOffset="-75183.43">24329 15028 0,'-59'0'16,"-29"0"0,29 0-1,1 29-15,-1-29 16,0 0-16,1 59 0,-1-59 15,0 0 1,0 88-16,1-88 16,-30 0-16,-30 59 0,30-59 15,0 58-15,-58-58 16,58 89-16,-59-89 16,59 88-16,-59-88 15,59 58-15,0-58 16,29 59-16,-29-59 15,-29 59-15,58-59 16,0 117-16,-29-117 16,-29 88-16,29-88 15,29 59-15,-29-59 0,-29 88 16,29-88-16,0 88 16,0-88-16,0 88 15,29-29 1,0-59-16,1 117 0,-1-117 15,0 88-15,0-88 16,1 118-16,-1-118 16,0 88-16,-29-30 15,30-58-15,-1 59 16,0-59 0,59 59-16,-58-59 15,58 59 16,-30-59-15,-28 0 0,87-30 46</inkml:trace>
  <inkml:trace contextRef="#ctx0" brushRef="#br0" timeOffset="-75016.78">19985 16760 0,'-58'0'0,"58"117"0,-59-58 16,59 29-16,0 29 15,0-29-15,59-29 16,-1-59-16,1 59 15,58-59-15,1 0 16,-1-30-16</inkml:trace>
  <inkml:trace contextRef="#ctx0" brushRef="#br0" timeOffset="-73654.84">15818 17904 0,'0'59'16,"0"0"15,0 0-15,0-1-1</inkml:trace>
  <inkml:trace contextRef="#ctx0" brushRef="#br0" timeOffset="-73236.64">15818 18051 0</inkml:trace>
  <inkml:trace contextRef="#ctx0" brushRef="#br0" timeOffset="-71114.39">15554 18110 0,'0'-29'32,"59"29"-1,-59-59-16,-30 118 48,30-1-47,-58 1-16,58 0 0,0-1 15,58 60 1,1-118-1,29 0-15,0 0 0,29 0 16,-58-88-16,0 88 16,-59-88-16,0 29 0,0 0 31,0 1-31,0-1 16,-88 0-1,58 59-15,-28 0 16,-1 0-16,0 0 15,1 0-15,58 30 0,-59 28 16,59 1 0,0 0-16</inkml:trace>
  <inkml:trace contextRef="#ctx0" brushRef="#br0" timeOffset="-70911.66">15994 18345 0,'59'0'47,"-59"58"-47,88-58 16,-29 0-16,58 59 15,-29-59 1</inkml:trace>
  <inkml:trace contextRef="#ctx0" brushRef="#br0" timeOffset="-70579.19">16464 18433 0,'0'29'47,"0"30"-16,58-59-15,1 0-16,0-29 15,29-30-15,-29 59 16,-59 59 31,0 29-32</inkml:trace>
  <inkml:trace contextRef="#ctx0" brushRef="#br0" timeOffset="-70261.51">17109 18257 0,'59'0'16,"0"0"-1,-1 0-15,1 0 16,29 0-16,-29 0 15</inkml:trace>
  <inkml:trace contextRef="#ctx0" brushRef="#br0" timeOffset="-70133.49">17197 18403 0,'59'0'15,"0"0"-15,-1 0 16,1 0-16,0 0 15</inkml:trace>
  <inkml:trace contextRef="#ctx0" brushRef="#br0" timeOffset="-68778.65">25033 15145 0,'0'-58'16,"-59"58"-1,147 0 32,-58 0-47,29 0 0,-1 0 0,1 0 31,-59 29-31</inkml:trace>
  <inkml:trace contextRef="#ctx0" brushRef="#br0" timeOffset="-65995.17">18518 17670 0,'-29'0'31,"29"29"-15,-59 30-16,59-1 16,-59 1-1,59 0-15,-58 0 0,58-1 0,-59 1 16,59 0-1,0-1-15,0 1 16,0 0 15,59-59-31,29 0 16,-30 0 0,-58-30-16,0-87 31,0 88-31,0-30 0,0 0 15,0 1 1,0-1-16,0 0 0,-58 0 0,-1 1 16,59-1-16,-147-29 15,147 29 1,-58 59 0,58-58-16,29 58 31,88 0-31,-58 0 15,58 0 1,-29 88-16,0-88 0,-29 0 16</inkml:trace>
  <inkml:trace contextRef="#ctx0" brushRef="#br0" timeOffset="-65568.87">18753 17376 0,'59'0'63,"-59"59"-63,0 0 0,0-1 15,58 1 1,89-88 15,-88-30-15,29-58-1,-30 117 1,1 0 0,-59 88-1,0 0 1,0 0-16</inkml:trace>
  <inkml:trace contextRef="#ctx0" brushRef="#br0" timeOffset="-61598.51">29171 14911 0</inkml:trace>
  <inkml:trace contextRef="#ctx0" brushRef="#br0" timeOffset="-61152.99">29171 14881 0</inkml:trace>
  <inkml:trace contextRef="#ctx0" brushRef="#br0" timeOffset="-60035.7">29230 14852 0,'-30'0'0,"30"-30"94,30 30-79,58-58 1,-30-1 0,-58-29-1,59-29 1,-59 29-1,0 29 17,0 88 108,0 30-124,0 0 0,0-1-16,0 1 15,0 0-15,-29-1 16,29 1-16,0 29 15,-59-88 1,59 59 0,-59-59 15,59-29 16</inkml:trace>
  <inkml:trace contextRef="#ctx0" brushRef="#br0" timeOffset="-59809.68">29376 14734 0,'-29'0'63</inkml:trace>
  <inkml:trace contextRef="#ctx0" brushRef="#br0" timeOffset="-59210.36">29347 14734 0,'-59'0'46,"59"30"-30,0 28 0,-58-58-16,58 59 15,29-59 32,59-29-31,-29 29-1,-59-88-15,117 0 0,-117 0 16,0 29 0,0 0-1,0 1 1,0 87 78,-58 118-79,58-89-15,-59 1 16,59 0 0,-59-1-16,59 1 0,-59 0 15,59 0-15,0-1 16,-58-58-16,58 59 15,-59-59 1,59 59 0</inkml:trace>
  <inkml:trace contextRef="#ctx0" brushRef="#br0" timeOffset="-58876.76">29494 14764 0,'88'0'15,"-88"-30"-15,88 30 16,-29 0-1,-89 88 32,-28-88-31,58 30-16,-59-30 16,59 59-16,0-1 31,59-58-16,29 59-15,-59-59 16,30 0 0,-1 0-16</inkml:trace>
  <inkml:trace contextRef="#ctx0" brushRef="#br0" timeOffset="-56067.65">19310 17993 0,'-58'0'16,"-30"0"-1,88 58 1,-59-58-16,59 88 16,0-29-16,29-59 15,118 0 1,-59 0-16,0 0 16,-29-59-16,0 59 15,-59-88-15,0 30 16,58-1-1,-58 0-15,-29-58 16,-30 117-16,0 0 16,1 0-16,28 0 0,30 88 15,-88-30 1,88 1-16,0 0 16,30-59-16</inkml:trace>
  <inkml:trace contextRef="#ctx0" brushRef="#br0" timeOffset="-55872.51">19692 18169 0,'-29'0'0,"29"88"31,0 0-15,29-88-1,-29 88-15,88-88 0,0 88 16</inkml:trace>
  <inkml:trace contextRef="#ctx0" brushRef="#br0" timeOffset="-55570.16">20073 18345 0,'-29'0'0,"29"29"16,0 30-16,0 0 31,29-59-15,59 0-16,-29-59 31,-59-29-31,0 29 31,-29 59-15,-30 0-1,0 0-15,59 59 32</inkml:trace>
  <inkml:trace contextRef="#ctx0" brushRef="#br0" timeOffset="-52657.09">20807 18051 0,'29'0'47,"1"0"-31,29 0-16,58 0 15,-88 0 1</inkml:trace>
  <inkml:trace contextRef="#ctx0" brushRef="#br0" timeOffset="-52511.22">20807 18169 0,'0'58'16,"29"-58"-1,30 0 1,0 0-16,29 0 15,-29 0-15,-1 0 16</inkml:trace>
  <inkml:trace contextRef="#ctx0" brushRef="#br0" timeOffset="-51414.56">21922 17552 0,'-29'0'32,"-59"88"-1,88-29-16,-117 0-15,117-1 16,-59 30-16,59-29 0,0 0 16,-59 0-16,59-1 15,59-58 1,29 0 0,-29 0-1,-1 0 1,-58-29-1,0-59 1,0 0 0,0 0-1,0-30 1,0 30 0,0 30-1,-29 58 1,29-59-16,-59 59 15,59-59-15,-29 59 16,117 0 31,-29 0-31,-1 0-16,1 0 15,0 0 1</inkml:trace>
  <inkml:trace contextRef="#ctx0" brushRef="#br0" timeOffset="-50833.65">22186 17317 0,'0'59'32,"0"0"-17,59-59 17,0 0-32,0 0 15,-59-29 1,58 29-1,1 58 17,-59 30-1,59 0-31</inkml:trace>
  <inkml:trace contextRef="#ctx0" brushRef="#br0" timeOffset="-50112.82">22803 17582 0,'-59'0'0,"88"0"47,30 0-47,58 0 15,-58 0 1,-59-30-16,88 30 15,-88-58 17,0 116-1,0 1-31,0 0 0,0-1 16,-29 1-16,29 0 15,0-1-15,0-28 16,0 29-16,0 58 15,0-58 1</inkml:trace>
  <inkml:trace contextRef="#ctx0" brushRef="#br0" timeOffset="-49843.21">22803 17758 0,'-59'0'0,"176"0"46,-58 0-46,29 0 16,0 0-16,0 0 16,-29 0-16,0 0 15,-1 0 1</inkml:trace>
  <inkml:trace contextRef="#ctx0" brushRef="#br0" timeOffset="-34039.71">20925 10860 0,'-59'0'31,"59"-59"-15,59 59 31,-1 0-31,1 0-1,29 0-15,29 29 0,-29-29 16,-29 0-1,-59 59-15</inkml:trace>
  <inkml:trace contextRef="#ctx0" brushRef="#br0" timeOffset="-33886.21">20836 11095 0,'30'0'31,"87"0"-31,59 0 16,0 0-16,0 0 15,-58 0-15</inkml:trace>
  <inkml:trace contextRef="#ctx0" brushRef="#br0" timeOffset="-31384.38">21071 15351 0,'0'-59'0,"59"59"63,29 0-48,-29 29-15,-59 30 32</inkml:trace>
  <inkml:trace contextRef="#ctx0" brushRef="#br0" timeOffset="-31244.97">21071 15527 0,'88'0'15,"59"-29"1,-59 29-1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49:11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6251 7308 0,'-29'0'16,"-30"0"93,59 59-62,29-59 0,59 59-16,-29-59-15,58 0-1,-29 0 1,-29 88-16,0-88 16,-1 0-16,1 0 15,29 0-15,0 0 16,0 58-16,30-58 0,-30 0 16,0 0-16,58 0 0,-28 0 15,-30-29 1,29 29-16,-58 0 15,-30 0-15,89 0 16,-60 0 0,-28 0-1,-30 59 17,0-1 77</inkml:trace>
  <inkml:trace contextRef="#ctx0" brushRef="#br0" timeOffset="29049.09">6251 8952 0,'0'-29'15,"0"-30"63,-59 59 63,89 0 31,28 0-141,1 0-15,0 0-1,-1 0 1,1 0 0,29 0 15,0 0-15,-29 0-1,0 0 1,-1 0-1,30-59 17,-29 59-32,0 0 31,29 0 0,-30 0-31,1 0 16,-59-59-1,59 59 1,-1 0-16,1 0 16,0 0 15,29 0-15,-29 0-1,-1 0 1,1 0-1,0 0 1,-59 30 0,29-30-16,30 0 31,-1 0-31,1 0 31,29 0-15,59 0-1,-88 0 1,-1 0-16,1 0 0,0 0 16,-1 0-1,-28 0-15,28 0 16,1 0-16,58 0 16,-87 0-16,87 0 15,-58 0 16,-30 0-31,30 0 32,58 0-32,-29 0 15,0 0 1,-29 0 0,29 58-1,0-58 1,30 0-1,-30 0 1,0 59-16,-30-59 16,1 0-1,0 0-15,-1 0 0,1 0 16,0 0-16,29 0 16,-29 0-16,-1 0 15,1 0 1,0 0-16,29 0 15,-30 0 1,1 0 0,29 0-1,0 0-15,0 0 16,-29 0 0,0 0-1,-1 0 1,1 0-1,0 0 1,29 0 0,0 0-1,29 0 1,-117 59 0,29-59-16,30 0 15,0 0 1,0 0-1,29 0 1,29 0 0,-29 0-1,-29 88 1,-1-88 0,1 0-1,0 0 1,0 0 15,-1 0-15,-28 0 15,28 0 0,1 0-15,0 0 31,-1 0-16,1 0 125</inkml:trace>
  <inkml:trace contextRef="#ctx0" brushRef="#br0" timeOffset="48918.33">7630 9627 0,'0'-59'0,"0"1"63,-58 58-32,58 29 0,0 118-15,0-89-16,0 1 0,0 0 15,0-30-15,0 89 16,0-60 15</inkml:trace>
  <inkml:trace contextRef="#ctx0" brushRef="#br0" timeOffset="49219.53">7601 9422 0,'59'0'31,"58"0"0,-117 58-31,88 1 16,-88 0-16,59-1 15,-59 1-15,0 0 16,58-59-16,-58 88 16,-29 0-1,-30-88-15,1 59 16,-1-59-16,-29 58 15</inkml:trace>
  <inkml:trace contextRef="#ctx0" brushRef="#br0" timeOffset="49604.39">8070 9803 0,'0'29'31,"0"30"1,59-88 15,-59-30-32,0 0 1,59 1-1,88 58 1,-118 0 0,30 0-16</inkml:trace>
  <inkml:trace contextRef="#ctx0" brushRef="#br0" timeOffset="50062.2">8599 9715 0,'0'59'109,"-30"-59"-109,30 88 16,0-29-1,30-59 32,-30-30-47,58 30 0,-58-59 16,0 89 62,59-30-78,-59 59 15,59-59-15</inkml:trace>
  <inkml:trace contextRef="#ctx0" brushRef="#br0" timeOffset="50367.49">8892 9832 0,'0'-58'16,"59"-1"-1,0-29 1,-59 29-16,58-29 16,-58-29-1,0 58 1,-29 59 0,29 29-1,-59 60 1,59 28-16,0-29 15,-58 0-15,58 59 0,0-30 16,0 30-16,0-59 16,-59-29-16,59-1 15</inkml:trace>
  <inkml:trace contextRef="#ctx0" brushRef="#br0" timeOffset="50621.11">8951 10009 0,'0'58'63,"0"30"-48,0-29 1,0 0-1,-29-59-15,29-30 47,-59 30-47</inkml:trace>
  <inkml:trace contextRef="#ctx0" brushRef="#br0" timeOffset="51012.63">9274 9275 0,'0'117'31,"0"1"-16,0 28-15,0-28 16,0-30-16,0 0 16,0-29-16,0-1 15,0 1 1,0-88 15,0-30-31,0 0 0,0 30 16,0-30-16,0 0 15,88 59 32,-88 59-31,88-59-16,-88 59 16,58-59-16</inkml:trace>
  <inkml:trace contextRef="#ctx0" brushRef="#br0" timeOffset="51260.37">9685 9803 0,'0'29'47,"88"-29"-31</inkml:trace>
  <inkml:trace contextRef="#ctx0" brushRef="#br0" timeOffset="51387.02">9773 10009 0,'-30'0'16,"60"0"15</inkml:trace>
  <inkml:trace contextRef="#ctx0" brushRef="#br0" timeOffset="55730.38">7542 11036 0,'0'-59'47,"-29"59"-31,29 30 0,-88 28-16,88 1 15,0 0-15,-59-1 16,59 1-16,29 0 15,59-59 1,-29 0-16,0-59 16,0 59-1,-59-147-15,58 89 16,-58-1-16,0 0 0,0 1 16,-29-1-1,-30 59-15,30 0 31,29 29-15,0 59-16,59-88 16,-59 59-16</inkml:trace>
  <inkml:trace contextRef="#ctx0" brushRef="#br0" timeOffset="55892.71">7806 11183 0,'0'58'0,"0"1"0,0 0 16,0 0-1,59-59 1,58 0-16</inkml:trace>
  <inkml:trace contextRef="#ctx0" brushRef="#br0" timeOffset="56317.82">8158 11329 0,'59'30'47,"-59"58"-31,59-29-1,29-59 32,-88-59-31,59 0-1,-59 89 32,58-30-47,-58 58 16,59-58-1</inkml:trace>
  <inkml:trace contextRef="#ctx0" brushRef="#br0" timeOffset="56653.68">8804 11388 0,'29'0'31,"60"0"-31,-1 0 16,-30 0 0</inkml:trace>
  <inkml:trace contextRef="#ctx0" brushRef="#br0" timeOffset="56877.29">9362 11183 0,'0'29'32,"0"30"-17,0-1-15,0 1 16</inkml:trace>
  <inkml:trace contextRef="#ctx0" brushRef="#br0" timeOffset="57352.5">9978 10948 0,'29'0'46,"30"0"-46,0 0 16,29 0 0,-30 0-1</inkml:trace>
  <inkml:trace contextRef="#ctx0" brushRef="#br0" timeOffset="57485.78">10007 11241 0,'30'0'16,"87"0"0,-58 0-16,-1 0 15</inkml:trace>
  <inkml:trace contextRef="#ctx0" brushRef="#br0" timeOffset="61815.69">10858 10919 0,'0'-89'0,"0"31"16,0 87 46,0 30-62,-88 0 0,88 29 32,0 0-32,0-30 15,0 1-15,30-59 16,58 0-1,29-117 1,-117 29-16,59 29 16,-59 0-16,0 0 15,0-29 1,-30 88-16,-58 0 16,30 0-1,58 59-15,0 0 16</inkml:trace>
  <inkml:trace contextRef="#ctx0" brushRef="#br0" timeOffset="61988.89">11034 10919 0,'0'58'15,"0"1"1,0 29-1,0 0 1,0-29-16,59-59 16,0 0-1</inkml:trace>
  <inkml:trace contextRef="#ctx0" brushRef="#br0" timeOffset="62354.45">11299 11153 0,'-59'0'16,"59"30"-1,0-1 1,0 30-16,29-59 31,30 0-15,-59-30-1,59 30-15,-59-29 0,58 146 78,-58-58-62</inkml:trace>
  <inkml:trace contextRef="#ctx0" brushRef="#br0" timeOffset="62581.85">11592 11271 0,'29'0'0,"59"0"31,-29 0-15,0 0-16</inkml:trace>
  <inkml:trace contextRef="#ctx0" brushRef="#br0" timeOffset="62944.52">11886 11065 0,'58'0'31,"1"30"-16,-59 28-15,0 30 32,0-29-32,0 0 0,-29-59 15,29 59 1,58-59 31,1 0-47,0 0 15,-1 0 1</inkml:trace>
  <inkml:trace contextRef="#ctx0" brushRef="#br0" timeOffset="64081.59">12502 10919 0,'117'0'78,"-29"0"-63,0 0 1</inkml:trace>
  <inkml:trace contextRef="#ctx0" brushRef="#br0" timeOffset="64336.21">12649 10830 0,'0'30'31,"0"29"-15,0 58-1,0-58 1,0-1-16</inkml:trace>
  <inkml:trace contextRef="#ctx0" brushRef="#br0" timeOffset="64989.67">13089 10625 0,'0'-59'0,"58"59"31,1 0-15,0 0 0,-59 59-1,0 58 1,-29-58 0,-30 0-16,-29 0 0,29-1 31,59 1-16,88-59-15,-59 0 16,30 0-16,0 0 16,0 0-1</inkml:trace>
  <inkml:trace contextRef="#ctx0" brushRef="#br0" timeOffset="65388.43">13822 10361 0,'-29'59'47,"29"-1"-47,-117 60 0,117-30 15,-59 0 1,59 0 0,0 29-16,0-29 0,0-29 15,0 29-15,59-88 16</inkml:trace>
  <inkml:trace contextRef="#ctx0" brushRef="#br0" timeOffset="65825.39">13852 10742 0,'0'30'62,"0"58"-46,0-29 0,59-59 15,-1 0-16,-58-59 1,59 0 0,-59 88 46,59 60-46,-59-31-1</inkml:trace>
  <inkml:trace contextRef="#ctx0" brushRef="#br0" timeOffset="66059.05">14292 10860 0,'29'0'32,"59"0"-17,59 0 1,-117 0-1</inkml:trace>
  <inkml:trace contextRef="#ctx0" brushRef="#br0" timeOffset="66228.41">14732 10772 0,'0'29'31,"0"59"1,0-29-32,0 0 15</inkml:trace>
  <inkml:trace contextRef="#ctx0" brushRef="#br0" timeOffset="66459.06">15026 10420 0,'0'-59'0,"58"88"15,-58 30-15,118 58 16,-118 1-16,0 28 15,0-28-15,0 58 16,-118 88-16,1-117 0</inkml:trace>
  <inkml:trace contextRef="#ctx0" brushRef="#br0" timeOffset="76651.82">7219 12474 0,'-58'0'47,"58"30"-47,-59 58 16,59 0-1,0-30 1,29-58 0,59 0-1,-29-29 1,29-30-16,-29 1 16,-59-1-16,58 59 15,-58-147-15,0 59 16,-29 88-1,-118 0 1,89 0-16,-1 0 16,0 0-1,59 29-15,0 30 16,59 0 0</inkml:trace>
  <inkml:trace contextRef="#ctx0" brushRef="#br0" timeOffset="76836.61">7513 12445 0,'-30'0'0,"30"59"16,0 29-1,0 0 1,0-30-1,30-58-15,29 0 32</inkml:trace>
  <inkml:trace contextRef="#ctx0" brushRef="#br0" timeOffset="77212.62">7630 12680 0,'0'117'47,"0"-58"-31,59-59 15,0-59-16,-59-29 1,58 88 0,-58-59-1,0 89 17,59 28-17,-59 1 1,59-59-1</inkml:trace>
  <inkml:trace contextRef="#ctx0" brushRef="#br0" timeOffset="77418.44">8070 12768 0,'30'0'32,"58"0"-17</inkml:trace>
  <inkml:trace contextRef="#ctx0" brushRef="#br0" timeOffset="77784.98">8335 12680 0,'29'0'16,"30"0"0,-59 29-1,58-29 1,-58 59-16,0 29 15,-29-88-15,29 117 16,-59-117 0,59 59-16,59-59 47,88 0-32</inkml:trace>
  <inkml:trace contextRef="#ctx0" brushRef="#br0" timeOffset="78166.96">9127 12562 0,'88'0'31,"-29"0"-31,-30 0 16,30 0 0,-1 0-16,1 0 15,-88 0 1</inkml:trace>
  <inkml:trace contextRef="#ctx0" brushRef="#br0" timeOffset="78276.02">9156 12738 0,'0'59'16,"30"-59"-1,58 0 1,0 0-16,29 0 16,-88 0-16</inkml:trace>
  <inkml:trace contextRef="#ctx0" brushRef="#br0" timeOffset="80121.38">10271 12562 0,'0'59'15,"-88"-59"-15,88 88 16,-58-29-16,58 29 15,29-88 17,88 0-32,-58 0 15,0-59-15,0 0 16,-59 1-16,58-1 16,-58 0-16,0 1 15,0-30 1,-58 88-16,-1 0 15,0 0-15,0 0 16,59 29-16,-29-29 16,29 88-16,0-29 15</inkml:trace>
  <inkml:trace contextRef="#ctx0" brushRef="#br0" timeOffset="80305.86">10418 12709 0,'-29'59'15,"29"-1"1,0 1 0,29-59-1,59 59 1,30-59-16</inkml:trace>
  <inkml:trace contextRef="#ctx0" brushRef="#br0" timeOffset="80700.16">10800 12709 0,'-30'0'0,"30"59"31,0-1-15,30-58-1,28 0 16,-58-58 1,59 58-32,-59 58 62,0 31-62,88-31 31,-29-58-31</inkml:trace>
  <inkml:trace contextRef="#ctx0" brushRef="#br0" timeOffset="80970.63">11211 12856 0,'-59'0'0,"88"0"31,59 0-15,0 0 0,-29 0-1</inkml:trace>
  <inkml:trace contextRef="#ctx0" brushRef="#br0" timeOffset="81683.47">11651 12680 0,'88'0'32,"-29"0"-17,-1 0 1,-58 29 31,0 30-32,-29-59-15,29 29 16,-59 59 0,59-29-1,0 29 16,30-88-31,-30 59 16,0-1 0,-59 1 31,-29-59-32,29 0 1</inkml:trace>
  <inkml:trace contextRef="#ctx0" brushRef="#br0" timeOffset="82910.59">12238 12768 0,'29'0'31,"30"0"-15,-1 0-16,1 0 16,29 0-1,-29 0-15</inkml:trace>
  <inkml:trace contextRef="#ctx0" brushRef="#br0" timeOffset="83115.34">12443 12592 0,'-59'0'0,"59"88"31,0-30-15,0 30-16,0 30 16,0-89-16,0 89 15,89-60-15</inkml:trace>
  <inkml:trace contextRef="#ctx0" brushRef="#br0" timeOffset="83728.6">13001 12474 0,'29'0'46,"59"0"-30,-88 59 0,0 0-1,0 29-15,-88 0 16,29-88 0,59 88-16,-29-88 15,29 59 1,59-59-1,-1 0 1,1 0 0,29 0-16,-29 0 0,0 0 15</inkml:trace>
  <inkml:trace contextRef="#ctx0" brushRef="#br0" timeOffset="84094.48">13822 12298 0,'0'29'63,"-29"60"-63,29-1 15,-117 29-15,117 0 16,0 30-16,0-59 15,0 0-15,0-29 16,29-59-16,-29 59 0,88-59 16</inkml:trace>
  <inkml:trace contextRef="#ctx0" brushRef="#br0" timeOffset="84523.71">13969 12680 0,'0'29'46,"0"30"-14,59-59 30,-59-30-46,59 30-16,-1 0 47,-58 59-32,0 0-15,0 29 32,59-88-32</inkml:trace>
  <inkml:trace contextRef="#ctx0" brushRef="#br0" timeOffset="84755.33">14409 12709 0,'30'0'32,"58"0"-17,0 0 1,-29 0 0</inkml:trace>
  <inkml:trace contextRef="#ctx0" brushRef="#br0" timeOffset="85093.47">14674 12504 0,'58'0'16,"1"0"-1,0 0 1,-59 58 0,0 1-1,0 58 1,-30-117 0,30 30-16,0 28 15,59-58 1,88 0-1,-118 0-15,59-29 16,-29 29-16</inkml:trace>
  <inkml:trace contextRef="#ctx0" brushRef="#br0" timeOffset="85274.78">15319 12416 0,'59'0'16,"0"29"-1,-59 30-15,58-1 0,-58 30 0,0 0 16,0 59 0,-58-29-16,-1-1 15</inkml:trace>
  <inkml:trace contextRef="#ctx0" brushRef="#br0" timeOffset="106740.55">9039 13913 0,'-59'0'140,"59"58"-140,-58 60 16,58-60 0,0-28-1,58-30 1,1 0-1,29 0 1,0-30 0,29-58-1,-117 30 1,0-1-16,0 0 16,0 0-16,0-29 15,-58 88 1,-60 0-1,30 0 1,30 59 0,58 0-16,0 0 15,0-1 1,0 1-16</inkml:trace>
  <inkml:trace contextRef="#ctx0" brushRef="#br0" timeOffset="107430.24">9391 14089 0,'-29'0'32,"29"-30"108,0-28-124,0-1 0,0 88 46,0 59-46,0-29-1,0 0-15,0-1 16,0 1-16,0 29 16,0-29-1,58-59 1</inkml:trace>
  <inkml:trace contextRef="#ctx0" brushRef="#br0" timeOffset="108066.3">9714 14206 0,'-29'0'16,"29"29"46,0 30-30,29-59 15,-29-29-32,59 29-15,-59-88 16,58 88-16,-58-59 31,59 59-15,-59 29-1,0 59 1,59-88-16,-59 88 16,0-29-1,58-59-15,-58 59 31</inkml:trace>
  <inkml:trace contextRef="#ctx0" brushRef="#br0" timeOffset="108324.44">10154 14382 0,'59'0'32,"58"0"-17,-29 0 1</inkml:trace>
  <inkml:trace contextRef="#ctx0" brushRef="#br0" timeOffset="108956.33">10594 14235 0,'30'0'16,"58"-58"-1,-30 58-15,-28 0 31,-30 29 16,0 30-31,0 29-16,-118-29 16,118-1-1,0 1 1,0 0 15,30-59-31,28 0 16,1 0-16,-59 58 15,59-58-15,-147 59 47,58-59-47,-58 59 16,30-59-1,28 0-15,30 58 0,-58-58 16</inkml:trace>
  <inkml:trace contextRef="#ctx0" brushRef="#br0" timeOffset="109418.09">11152 14147 0,'59'0'31,"29"0"-15,-30 0 0,1 0-16,0 0 15</inkml:trace>
  <inkml:trace contextRef="#ctx0" brushRef="#br0" timeOffset="109513.56">11152 14382 0,'117'0'15,"-58"0"1,29 0 0,-29 0-16</inkml:trace>
  <inkml:trace contextRef="#ctx0" brushRef="#br0" timeOffset="111749.46">12150 14118 0,'-30'88'16,"30"-29"-16,0 29 15,30-88 16,28 0-15,-58-59 0,59 59-1,-59-88-15,59 88 0,-59-88 16,0 29-16,58 1 0,-58-1 16,0-29-1,-29 88 16,-118 0-15,89 0 0,58 147-1,0-59-15</inkml:trace>
  <inkml:trace contextRef="#ctx0" brushRef="#br0" timeOffset="111983.57">12355 14147 0,'0'59'47,"0"29"-32,59 0-15,58 0 16,-58-88 0,29 0-1</inkml:trace>
  <inkml:trace contextRef="#ctx0" brushRef="#br0" timeOffset="112397.94">12795 14323 0,'0'59'31,"0"29"-15,0-29-1,59-59-15,0 0 32,-1-88-17,1-30 1,0 118-1,-59 59 32,0 0-31,0 58 0,58-117-16</inkml:trace>
  <inkml:trace contextRef="#ctx0" brushRef="#br0" timeOffset="112621.79">13324 14500 0,'0'-30'0,"58"30"32,1 0-17,0 0 1,-1 0-16</inkml:trace>
  <inkml:trace contextRef="#ctx0" brushRef="#br0" timeOffset="112915.56">13734 14177 0,'0'58'47,"0"1"-32,0 59 1,0-60 0,59-58-1,29 0 1,-29 0-16</inkml:trace>
  <inkml:trace contextRef="#ctx0" brushRef="#br0" timeOffset="113066.75">14028 14323 0,'-59'0'32,"59"59"-32,0 0 15,0 0 1,0-1-16,0 1 0</inkml:trace>
  <inkml:trace contextRef="#ctx0" brushRef="#br0" timeOffset="113565.13">14497 14001 0,'0'29'62,"0"30"-62,0-1 0,0 1 16,0 0 0,0-30-16,0 30 15,-29 58 1</inkml:trace>
  <inkml:trace contextRef="#ctx0" brushRef="#br0" timeOffset="113753.54">14321 14323 0,'0'-58'0,"30"58"47,58 0-32,-30 0 1</inkml:trace>
  <inkml:trace contextRef="#ctx0" brushRef="#br0" timeOffset="116016.32">14497 14323 0,'0'-58'0,"30"58"78,-1 0-63,-29 29 1,118-29-16,-30 0 16</inkml:trace>
  <inkml:trace contextRef="#ctx0" brushRef="#br0" timeOffset="116478.76">15084 13971 0,'59'0'31,"0"0"-15,29 30 0,-88 58-16,0-30 15,-30 30 1,-28 0-16,-1-29 16,0-59-16,59 59 15,-58-59-15,58 59 16,58-59-1,30 0-15,30 0 16,-30 0-16,0 0 16,-29 0-16,-1 0 15</inkml:trace>
  <inkml:trace contextRef="#ctx0" brushRef="#br0" timeOffset="116874.89">15994 13619 0,'0'29'47,"-29"30"-47,29 29 31,-59 59-31,59 0 0,0-30 0,0-29 16,0 30 0,0-60-1,29-58-15,-29 30 16,89-30-16</inkml:trace>
  <inkml:trace contextRef="#ctx0" brushRef="#br0" timeOffset="117274.4">16200 14089 0,'58'29'31,"-58"30"-15,59-59-1,29 0 17,0-88-17,-29 88 16,-59 29 1,0 88-17,0-29 1</inkml:trace>
  <inkml:trace contextRef="#ctx0" brushRef="#br0" timeOffset="117466.63">16816 14206 0,'0'-29'0,"88"29"47,-59 0-47,59 29 16</inkml:trace>
  <inkml:trace contextRef="#ctx0" brushRef="#br0" timeOffset="118674.94">17315 13913 0,'0'-59'32,"29"59"-17,30 0 16,-59 29-15,0 30 0,0 0-1,-59-59-15,59 58 16,0-28 0,0 28-1,0 1 1,29 0-1,30 29 1,-118-88 31,1 59-47,-1-59 16,0 0-16,1 0 15</inkml:trace>
  <inkml:trace contextRef="#ctx0" brushRef="#br0" timeOffset="118877.91">17608 13707 0,'0'88'15,"30"0"-15,-30 0 32,88 30-32,-88-1 0,0 30 0,0 58 31,-147-29-31,0-117 16</inkml:trace>
  <inkml:trace contextRef="#ctx0" brushRef="#br0" timeOffset="132180.65">21717 351 0,'-29'0'0,"-60"-58"62,31 58-46,28 0 15,30 29-15,-58-29-16,58 59 15,0-30 1,0 30 0,0 0-1,29-59-15,-29 58 16,29-58-16,-29 59 16,59-59-16,-59 59 15,-29-1 48,-59-58-48,29 0 1,0 59 0,89-59 15</inkml:trace>
  <inkml:trace contextRef="#ctx0" brushRef="#br0" timeOffset="132546.15">21981 263 0,'0'-58'0,"0"-1"15,0 118 32,0-1-31,0 1-16,0 29 0,0 0 15,59-29 1,-59 0 0,0-1-16,0 30 15,0-29 1</inkml:trace>
  <inkml:trace contextRef="#ctx0" brushRef="#br0" timeOffset="132748.74">22040 498 0,'29'0'32,"30"0"-32,-1 0 15,-28 0-15,28 0 16,1 0-16</inkml:trace>
  <inkml:trace contextRef="#ctx0" brushRef="#br0" timeOffset="133055.78">22274 704 0,'-58'0'0,"87"0"31,118 0-15,-88 0-16,-30 0 15,-29-30-15,117 30 16,-117-29-16,-88 29 31,59 0-15,-30 0-16,-29 29 0,88 30 15,-29-59 1,29 88-16,59-29 16,-1-59-1,30 0 1,0 0-16,0 0 0,30 0 15</inkml:trace>
  <inkml:trace contextRef="#ctx0" brushRef="#br0" timeOffset="133283.43">22861 704 0,'0'29'31,"0"30"-15,0-1 0,0 1-16,30 0 15,-30 0-15,0-1 0,0 30 32,58-88-32</inkml:trace>
  <inkml:trace contextRef="#ctx0" brushRef="#br0" timeOffset="133565.85">22920 586 0,'29'0'31,"89"0"-15,-59 0-1,-1 30-15,-58 28 16,0 1 0,-29-59-1,-30 59-15,1-59 16,-1 0-1,59 58-15</inkml:trace>
  <inkml:trace contextRef="#ctx0" brushRef="#br0" timeOffset="136006.38">21981 1937 0,'59'-30'31,"58"-58"-15,-29-29-1,-88 29 1,59 88-16,-59-59 16,0 88 62,0 30-78,-30 0 15,30-1-15,0 1 16,0 0-16,0 0 16,0-1-16,0-28 15</inkml:trace>
  <inkml:trace contextRef="#ctx0" brushRef="#br0" timeOffset="136213.32">22216 2083 0,'-59'0'0,"59"-29"15,59 29 1,-1 0-16,1-59 15,0 59 1,58 0-16</inkml:trace>
  <inkml:trace contextRef="#ctx0" brushRef="#br0" timeOffset="136677.64">22832 1937 0</inkml:trace>
  <inkml:trace contextRef="#ctx0" brushRef="#br0" timeOffset="140055.78">6926 7895 0,'-59'0'15,"1"0"1,-1-29 15,0 29-15,0 0 15,1-59-15,-1 59 15,30 0 0,-30 0-15,0 0 15,-58 0-15,88 0-1,-30 0-15,-59 0 16,30 0-1,88 29-15,-88-29 16,0 59 0,30-59-1,58 59-15,-88-59 0,-30 59 32,60-59-17,58 117-15,-89-117 16,89 59-16,-88-59 15,88 29-15,-58-29 0,58 59 16,0-1 15,0 1-15,0 0 15,0 0-15,29-1-1,30-58 17,29 0-32,-88 59 0,88-59 31,59 0-15,-89 0-16,1 0 15,0 0-15,-1 0 16,30 0-16,0-29 0,-29 29 15,0 0-15,29 0 16,-29 0 0,-1 0-1,-58 29 1,88-29-16,59 0 16,-88 0-1,-1 0-15,31 0 16,-31 0-16,1 0 15,0 0-15,-30 0 0,30 0 16,58 0 0,-29 0-1,-29 59-15,29-59 16,0 0 0,0 0-1,59 0 1,-89 0-1,1 0-15,0 0 16,-1 0-16,1 0 16,0 0-16,-30 0 0,89 0 15,-118 58 1,88-58-16,-30 0 16,1 0-16,0 0 15,29 59 1,-30-59-16,1 0 0,29 0 15,-29 0-15,29 0 16,-29 0-16,-1 59 16,1-59-16,29 0 15,29 0-15,-29 0 0,-29 0 16,0 0 0,-30 0-16,30 0 15,0 0-15,-1 59 16,1-59-16,0 0 15,-1 0-15,1 0 0,0 0 16,-1 0-16,1 0 16,0 0-16,-1 88 15,1-88-15,0 0 0,0 0 16,29 0 0,-30 0-16,1 0 15,0 0-15,-1 0 0,-28 0 16,28 0-1,1 0-15,0 0 0,-1 0 16,1 0-16,0 0 16,0 0-16,29 0 15,0 0 1,29 0 0,-29 0-1,-29 0 1,-1 0-16,-58-30 15,89 30-15,-31 0 16,-58-58-16,59 58 16,0-59-1,-1-29 1,1 88 0,-59-30-16,59-58 15,-59 30 1,0 28 15,0-28-15,0-1-1,-30-59 1,30 30 0,0 30-1,-58-1 1,58 0-1,-88 1 1,88-1 0,-88 59-16,88-59 0,-59 59 15,59-59 1,-59 59-16,59-58 0,-59 58 16,59-59-16,-29 59 15,-59-59 1,0 1-1,29 58-15,1 0 16,-30 0-16,0-59 16,-30 59-16,30 0 15,29 0-15,1 0 16,-1 0-16,-29-59 16,0 59-16,0 0 0,0 0 15,-29 0-15,-1 0 16,30 0-1,-59 0-15,30 0 16,0 0-16,29 0 0,-1 0 16,1 0-16,0 0 15,-29 0-15,29 30 16,0-30-16,0 0 16,-29 0-16,-1 58 0,1-58 15,-1 0-15,-28 0 16,28 88-16,-58-88 15,-29 59-15,29-59 16,-89 88-16,31-88 16,58 0-1,-30 88-15,59-88 0,30 0 16,29 0 0,0 59-16,59-59 0,-30 0 15,0 0 1</inkml:trace>
  <inkml:trace contextRef="#ctx0" brushRef="#br0" timeOffset="141951.82">22920 1937 0,'0'-59'47,"-29"59"-47,-30 0 63</inkml:trace>
  <inkml:trace contextRef="#ctx0" brushRef="#br0" timeOffset="143443.85">23624 1672 0,'0'-58'0,"-58"58"47,58 29-31,-59-29-1,59 59 1,0-1-16,29 1 31,59-59-15,-29 0-1,-59-59-15,88 1 0,-88-1 16,0 0 0,0 1-1,0-1-15,0 0 0,-29 59 32,-30 0-17,59 30 1,0 58 15</inkml:trace>
  <inkml:trace contextRef="#ctx0" brushRef="#br0" timeOffset="143675.76">23889 1643 0,'-30'0'16,"30"59"15,0-1-15,59 30 0,29-88-1,-29 0 1</inkml:trace>
  <inkml:trace contextRef="#ctx0" brushRef="#br0" timeOffset="144060.4">24241 1760 0,'0'30'47,"0"58"-31,0 0-1,58-88 32,30-29-31,-29-30-1,-59 118 32,59-1-16</inkml:trace>
  <inkml:trace contextRef="#ctx0" brushRef="#br0" timeOffset="144511.57">24710 1819 0,'30'-29'15,"28"29"1,1 0 0,0 0-16,-1 0 0,30 0 15</inkml:trace>
  <inkml:trace contextRef="#ctx0" brushRef="#br0" timeOffset="144622.87">24857 1966 0,'29'0'32,"118"0"-17,-88 0-15,0-29 16</inkml:trace>
  <inkml:trace contextRef="#ctx0" brushRef="#br0" timeOffset="147037.76">25943 1702 0,'0'88'110,"-29"-30"-110,29 1 15,29-59 1,30 0 0,-1 0-16,30 0 15,-29 0-15,0-29 16,-1-59-16,-58 0 15,0 29 1,-146 59 0,87 0-16,0 0 15,1 0-15,58 29 16,0 30 0</inkml:trace>
  <inkml:trace contextRef="#ctx0" brushRef="#br0" timeOffset="147236.84">26354 1848 0,'0'59'47,"0"-29"-32,0 28-15,117 30 16,-29-88 0,-29 0-16</inkml:trace>
  <inkml:trace contextRef="#ctx0" brushRef="#br0" timeOffset="147644.99">26853 1995 0,'0'59'62,"58"-59"-31,-58 59-31,59-59 32,-59-30-32,29 30 15,-29-58-15,59 58 31,-59 29 16,0 30-31,0-1 0,59-58-16</inkml:trace>
  <inkml:trace contextRef="#ctx0" brushRef="#br0" timeOffset="158016.04">27381 2025 0,'-59'0'63,"59"-59"-63,30 59 125,28 0-110,1 0 1,-30 0 15</inkml:trace>
  <inkml:trace contextRef="#ctx0" brushRef="#br0" timeOffset="158413.98">27645 1907 0,'29'0'78</inkml:trace>
  <inkml:trace contextRef="#ctx0" brushRef="#br0" timeOffset="158931.25">27440 1937 0,'29'0'47,"59"0"-32,-29 0 1,29 0-1,-30 0 1,-87 0 62,-59-30-47,29 30-15,1 0 0,87 0 62,59 0-63</inkml:trace>
  <inkml:trace contextRef="#ctx0" brushRef="#br0" timeOffset="159495.9">27938 1848 0,'0'-58'62,"59"58"-46,-59-88 0,59 88-1,-59-59-15,0 0 31,0 89 48,0 28-79,0-28 15,0 28 1,0 60-16,59-30 31,-59-29-31,0-1 31</inkml:trace>
  <inkml:trace contextRef="#ctx0" brushRef="#br0" timeOffset="159720.82">28027 2083 0,'88'-29'78,"-30"29"-63,-28 0-15,28 0 16,1 0-16,58 0 16</inkml:trace>
  <inkml:trace contextRef="#ctx0" brushRef="#br0" timeOffset="160150.97">28790 1878 0,'29'0'47,"30"0"-32,-1 0-15,1 0 16,0 0 0,-1 0-1</inkml:trace>
  <inkml:trace contextRef="#ctx0" brushRef="#br0" timeOffset="160425.41">29024 1643 0,'0'29'78,"0"1"-62,0 87 0,0-29-1,0-29-15,0 0 16,0-1-1</inkml:trace>
  <inkml:trace contextRef="#ctx0" brushRef="#br0" timeOffset="160978.29">29347 1643 0,'29'0'46,"30"0"-30,-59 29 0,0 30-1,0 0-15,-29-59 16,29 58-16,0 1 47,117-59-32,-58 0 1,0 0-16,-1 0 0,1 0 16,-30 0-1,30 0-15</inkml:trace>
  <inkml:trace contextRef="#ctx0" brushRef="#br0" timeOffset="161424.7">29934 1760 0,'0'30'78,"0"28"-78,29-58 63,-29-29-48,118 29-15,-118-117 16,59 117-16,-59-30 16,29 30-1,59 30 32,-88 58-47,59-30 16,-59 31-1</inkml:trace>
  <inkml:trace contextRef="#ctx0" brushRef="#br0" timeOffset="169650.66">22069 3522 0,'-59'-30'0,"59"-28"31,59 58 16,58 0-16,-29 0-15,-29 29 0,-59 59-16,0-29 15,-59-1-15,-29 60 16,0-30-16,-29 29 16,58-58-16,59 0 15,0-1 1,0 1-1,30-59 1,28 0-16,1 0 16,29 0-16,29-59 15,-28 59-15,-1 0 16,-30 0-16,1-58 16</inkml:trace>
  <inkml:trace contextRef="#ctx0" brushRef="#br0" timeOffset="170108.23">22773 4021 0,'-29'0'0,"29"-59"218,29 59-171</inkml:trace>
  <inkml:trace contextRef="#ctx0" brushRef="#br0" timeOffset="172927.13">23448 3815 0,'0'-29'16,"59"29"62,29 0-63,-29 0-15,-1 0 16,1 0-16,29 0 16,-29 0 15</inkml:trace>
  <inkml:trace contextRef="#ctx0" brushRef="#br0" timeOffset="173086.89">23654 3903 0,'0'59'31,"58"-59"-16,31 0-15,-31 0 16,1 0 0,0 0-16</inkml:trace>
  <inkml:trace contextRef="#ctx0" brushRef="#br0" timeOffset="174265.48">26412 2524 0,'-58'0'31,"116"0"31,1 0-30,29 0-32,59 0 0,-30 0 15,30 0-15,-59 0 16,0 0-1,-29 0-15,0 0 0,-1 0 16,-58 29 31,-29-29-47</inkml:trace>
  <inkml:trace contextRef="#ctx0" brushRef="#br0" timeOffset="176524.23">24593 3551 0,'0'-29'32,"-59"29"-17,1 0-15,58 29 16,-59-29-1,59 88 1,0-29-16,0 29 16,0-30-1,88-58 17,0 0-17,-88-58-15,59 58 16,-59-59-16,0-29 15,0 29 1,-30 59 0,30 30 31</inkml:trace>
  <inkml:trace contextRef="#ctx0" brushRef="#br0" timeOffset="176710">24710 3727 0,'-29'0'16,"29"59"0,0-1-1,0 1 1,29-59-16,30 59 15,29-59 1</inkml:trace>
  <inkml:trace contextRef="#ctx0" brushRef="#br0" timeOffset="177180.4">25033 3933 0,'0'29'78,"0"30"-62,0-1 0,59-58 15,-59-88-16,88 88-15,-88-29 16,59 29 0,-59-59-16,0 89 47,0-1-32,0 30 1,58-59-1</inkml:trace>
  <inkml:trace contextRef="#ctx0" brushRef="#br0" timeOffset="177491.14">25561 3962 0,'88'0'47,"-29"0"-47,0 0 15,-1 0 1</inkml:trace>
  <inkml:trace contextRef="#ctx0" brushRef="#br0" timeOffset="189049.24">26119 3815 0,'0'-29'47,"29"29"78,30 0-110,-59 29-15,0 0 16,-29 60 15,-59-31-31,29 1 16,59 0 31,29-1-32,89-58 17,-30 0-17,-30 0-15,1 0 0,0-29 31,-1 29-31</inkml:trace>
  <inkml:trace contextRef="#ctx0" brushRef="#br0" timeOffset="190575.53">26999 3580 0,'0'-29'62,"0"58"1,0 59-48,0 0 1,0 30 15,0-59-31,0-1 31</inkml:trace>
  <inkml:trace contextRef="#ctx0" brushRef="#br0" timeOffset="190817.87">26882 3786 0,'117'0'62,"-58"0"-46,0 0-1,-30 0-15</inkml:trace>
  <inkml:trace contextRef="#ctx0" brushRef="#br0" timeOffset="192926.79">27674 3463 0,'-58'0'0,"87"0"63,30 0-48,-1 0 1,-28 0 0,-30 59-1,0 29 1,-59-30-1,0 1-15,1 0 16,116-59 31,1 58-31,0-58-16,87 0 15,-116 0-15,29 0 16,-1 0-16</inkml:trace>
  <inkml:trace contextRef="#ctx0" brushRef="#br0" timeOffset="193384.17">28261 3111 0,'0'-59'16,"-29"147"31,29-29-47,0 29 15,-59 0-15,59 0 16,0 29-16,0-29 16,30-29-16,-30 0 0,58-59 15,-58 88-15,88-88 16,-29 59-16</inkml:trace>
  <inkml:trace contextRef="#ctx0" brushRef="#br0" timeOffset="193804.35">28525 3522 0,'0'29'47,"0"30"-32,59-118 48,0-29-48,-59 29 17,59 59-17,-59 30 1,0 58 0,0 29-16,58-117 15,-58 29 1</inkml:trace>
  <inkml:trace contextRef="#ctx0" brushRef="#br0" timeOffset="194092">28995 3639 0,'59'0'31,"-1"0"-16,-28 0-15,28 0 16,30-59 0</inkml:trace>
  <inkml:trace contextRef="#ctx0" brushRef="#br0" timeOffset="194302.53">29318 3492 0,'0'118'79,"0"-60"-79,0 1 15,0-30-15</inkml:trace>
  <inkml:trace contextRef="#ctx0" brushRef="#br0" timeOffset="194568.18">29494 3140 0,'29'0'15,"30"59"1,58 29-16,-58 59 16,-59-1-16,88-58 15,-88 0-15,0 30 16,-88-30-16,0 29 15,-29-29-15,58-29 16</inkml:trace>
  <inkml:trace contextRef="#ctx0" brushRef="#br0" timeOffset="195126.68">30404 3463 0,'0'29'46,"0"118"-30,0-88 0,0-1-16,0 1 15,0 0-15,0-30 16</inkml:trace>
  <inkml:trace contextRef="#ctx0" brushRef="#br0" timeOffset="195355.44">30228 3668 0,'0'-29'0,"58"29"46,1 29-30,0-29-16,-1 0 0,1 0 16,0 0-1</inkml:trace>
  <inkml:trace contextRef="#ctx0" brushRef="#br0" timeOffset="195911.16">30932 3463 0,'59'0'16,"-30"0"-16,30 0 31,-59 29-15,0 59-1,-30-88-15,30 88 16,-29-88 0,29 59-16,0 0 15,59-59 1,-1 0 0,1 0-16,0 0 15,-1 0-15</inkml:trace>
  <inkml:trace contextRef="#ctx0" brushRef="#br0" timeOffset="196288.47">31578 3580 0,'0'-58'16,"0"87"15,0 30-15,0-1-1,58-58 1,1 0-1,-59-29 1,59 29 0,-59-59-16,58 59 0,1 0 15,0 0 17,-59 59-17,0 0-15,0-1 0</inkml:trace>
  <inkml:trace contextRef="#ctx0" brushRef="#br0" timeOffset="205960.96">28408 3492 0,'0'-58'297,"0"-1"-266,0 88 110,29-29-125,-29 59-1,0 0 16,59-59-31,-59 58 16</inkml:trace>
  <inkml:trace contextRef="#ctx0" brushRef="#br0" timeOffset="208772.77">21453 5518 0,'29'0'141,"30"0"-110,-1 0-15,1 0 15,-59 58 31,0 1-30,-29-59-17,29 59 16,-59-59 16,88 0 110,30 0-142,0 58 16,0 1-15,-59 0 0,58-59-16,-58 59 31,0-1 0,-58-58-15,-1 0-1,0 59-15,0-59 16,1 0 0,87 0 46</inkml:trace>
  <inkml:trace contextRef="#ctx0" brushRef="#br0" timeOffset="209311.13">22245 5840 0,'0'30'94,"0"-60"-31,0 60-1,-29-30 1,29-30-48,29 30 1</inkml:trace>
  <inkml:trace contextRef="#ctx0" brushRef="#br0" timeOffset="210662.64">23184 5664 0,'-58'0'16,"87"0"15,88 0-15,-87 0-1,28 0 1,1 0 0,0 0-16</inkml:trace>
  <inkml:trace contextRef="#ctx0" brushRef="#br0" timeOffset="210807.07">23243 5782 0,'0'29'0,"59"-29"47,-1 0-47,1 0 16,0 0-16</inkml:trace>
  <inkml:trace contextRef="#ctx0" brushRef="#br0" timeOffset="213679.21">24211 5488 0,'-58'0'15,"58"59"1,-59-59 0,59 88-16,0-29 15,-59-1-15,59 1 16,30 0 0,28-59-16,1 0 0,0-30 31,-1 30-31,-58-88 0,88 88 15,-88-146 1,0 58-16,0 29 16,-58 59-1,-1 0 1,0 0-16,1 0 16,58 59-16,0-1 15,0 1 1</inkml:trace>
  <inkml:trace contextRef="#ctx0" brushRef="#br0" timeOffset="213893.14">24446 5694 0,'0'58'31,"0"30"-15,0-29-1,59-59-15,-59 59 16,88-59-16,-29 0 16</inkml:trace>
  <inkml:trace contextRef="#ctx0" brushRef="#br0" timeOffset="214318.89">24828 5811 0,'0'29'31,"0"30"-15,0 0 0,58-59-1,1 0 16,-59-29-31,59-60 16,-59 31 0,58 58-1,-58 29 32,59-29-47,-59 88 16,59-29-16,-59 0 15</inkml:trace>
  <inkml:trace contextRef="#ctx0" brushRef="#br0" timeOffset="214578.39">25385 5899 0,'59'0'46,"0"0"-46,-1 0 0,1 0 16</inkml:trace>
  <inkml:trace contextRef="#ctx0" brushRef="#br0" timeOffset="-214167.28">25855 5752 0,'0'-58'15,"29"58"17,30 0-17,0 0-15,-30 0 32,-29 29 30,0 30-46,0-1-1,0 1 17,0 0-17,0 0 1,117-59-1,-58 58 1,-88-58 47,-89 59-63,30-59 15,30 0-15,-1 0 0,29 0 16</inkml:trace>
  <inkml:trace contextRef="#ctx0" brushRef="#br0" timeOffset="-212497.77">26823 5958 0,'59'0'31,"0"-59"-31,-1 59 31,1 0-31,0 0 0</inkml:trace>
  <inkml:trace contextRef="#ctx0" brushRef="#br0" timeOffset="-212268.98">26853 5723 0,'0'-29'0,"58"146"62,-58-58-62,0 0 16,59-1-16,-59 1 15</inkml:trace>
  <inkml:trace contextRef="#ctx0" brushRef="#br0" timeOffset="-211393.22">26765 5987 0,'-59'-88'31,"88"88"48,59 0-79,-29 0 15,0 0-15,-1 0 16,1 0-1,0 0-15,-30 0 16</inkml:trace>
  <inkml:trace contextRef="#ctx0" brushRef="#br0" timeOffset="-211029.23">26853 5840 0,'0'-58'0,"0"146"78,0-59-62,0 30-1,0 0-15,0-1 16</inkml:trace>
  <inkml:trace contextRef="#ctx0" brushRef="#br0" timeOffset="-210248.69">26589 5987 0,'-59'0'16,"118"0"62,-1 0-62,1 0-16,0 0 15,-1 0-15,30 0 0,-29 0 16,0 0 0,29 0-1</inkml:trace>
  <inkml:trace contextRef="#ctx0" brushRef="#br0" timeOffset="-209565.91">26882 5840 0,'0'-58'0,"29"58"63,-29 29-17,0 30-30,0 29 0,0 0-1,-29-29 1,29-1 15,0-87 63,29 29-78,-29-29-1,0-30 1,0-58-1,0 58 1,0 88 31,0 30-47,0 0 0,0-1 16,0 30-1,0-29 1</inkml:trace>
  <inkml:trace contextRef="#ctx0" brushRef="#br0" timeOffset="-206790.29">27410 5547 0,'30'0'31,"28"0"-15,30 0 0,-29 0-16,29 88 15,-88 0 16,0 0-15,0-29-16,-59 29 16,1 0-16,87-88 47,30 0-32,-1 0-15,1 0 16,29 0-16,-29 0 15,0 0-15</inkml:trace>
  <inkml:trace contextRef="#ctx0" brushRef="#br0" timeOffset="-206448.19">28437 5283 0,'-29'0'31,"-30"58"-15,59 1-1,0 59-15,-88-1 16,88 0-16,0-29 0,0-29 16,30 0-16,87 29 15,-58-88 1,-1 0-1,1 0-15</inkml:trace>
  <inkml:trace contextRef="#ctx0" brushRef="#br0" timeOffset="-206086.25">28643 5723 0,'0'29'31,"29"-29"-31,-29 59 16,59 0 0,0-59 15,-1 0-16,-58-118 1,59 118-16,-59-58 16,59 58-1,-59 88 1,0-30-16,58 60 31,-58-59-31</inkml:trace>
  <inkml:trace contextRef="#ctx0" brushRef="#br0" timeOffset="-205856.39">29230 5870 0,'58'0'16,"1"0"-1,59 0 1,-89 0-16,30 0 16</inkml:trace>
  <inkml:trace contextRef="#ctx0" brushRef="#br0" timeOffset="-205527.21">29611 5576 0,'59'0'32,"0"30"-17,-59 58 1,0-30-16,0 30 16,0 1-1,0-31 1,58-58-16,60 0 15,-1 0-15,-29 0 16,30-29-16,-89 29 16</inkml:trace>
  <inkml:trace contextRef="#ctx0" brushRef="#br0" timeOffset="-205332.99">30345 5400 0,'88'118'31,"-29"-30"-31,29 29 0,-88 0 16,58 1-16,-58-1 16,0 30-16,-88 0 15,30 0-15,-60-89 16</inkml:trace>
  <inkml:trace contextRef="#ctx0" brushRef="#br0" timeOffset="-204120.89">25620 7073 0,'0'-58'15,"0"-1"1,0 147 46,0-29-46,0-1-16,0-28 16,29 58-16,-29-30 15,0-28 1</inkml:trace>
  <inkml:trace contextRef="#ctx0" brushRef="#br0" timeOffset="-203947.07">25385 7220 0,'59'0'32,"0"0"-32,29 0 15,58 0-15,-28 0 16,-30 0-16,-29 0 0</inkml:trace>
  <inkml:trace contextRef="#ctx0" brushRef="#br0" timeOffset="-203469.6">26354 6956 0,'29'0'16,"30"0"-16,29 0 31,-88 29-15,0 30-1,0 0-15,-59-1 16,0 1-16,1 0 15,58-1 17,146 1-17,-87-59 1,0 0 0,0 0-16,-1 0 0</inkml:trace>
  <inkml:trace contextRef="#ctx0" brushRef="#br0" timeOffset="-203119.95">27058 6780 0,'-29'-88'16,"-30"146"15,59 30-31,0 1 15,-59-1-15,59 29 16,0-29-16,0-29 16,30-1-16,58 1 15,-30-59-15</inkml:trace>
  <inkml:trace contextRef="#ctx0" brushRef="#br0" timeOffset="-202738.69">27205 7132 0,'29'0'31,"30"0"-16,-59 29 1,0 30 0,59-59 31,-59-29-47,58 29 15,-58-59-15,59 59 16,-59-29-16,59 29 15,-59 58 32,0 1-47,0 0 0,0-1 16,58-58-16</inkml:trace>
  <inkml:trace contextRef="#ctx0" brushRef="#br0" timeOffset="-202486.13">27880 7132 0,'-59'0'0,"147"0"31,0 0-15,30 0-16,-89 0 15,30 0-15</inkml:trace>
  <inkml:trace contextRef="#ctx0" brushRef="#br0" timeOffset="-202355.49">28291 7044 0,'0'59'47,"0"-1"-47,29 1 16,-29 0 0,59-59-16,-59 58 0</inkml:trace>
  <inkml:trace contextRef="#ctx0" brushRef="#br0" timeOffset="-202085.91">28525 6780 0,'59'29'32,"0"30"-32,0 58 15,-59-87-15,58 87 16,-58-29-16,0 0 16,-29 30-16,-30-1 15,-58 0-15,29-117 0</inkml:trace>
  <inkml:trace contextRef="#ctx0" brushRef="#br0" timeOffset="-201518.87">29406 6838 0,'0'59'31,"0"0"-15,0 0-16,0-1 15,0 1 1,0 29-16,0-29 16</inkml:trace>
  <inkml:trace contextRef="#ctx0" brushRef="#br0" timeOffset="-201335.84">29288 7103 0,'-58'0'0,"146"0"15,-30 0 1,31 0-16,-1 0 16,0 0-16,0 0 15,-30 0-15,1 0 16</inkml:trace>
  <inkml:trace contextRef="#ctx0" brushRef="#br0" timeOffset="-200983.93">30051 6780 0,'30'0'16,"29"0"-16,29 0 16,-88 29-16,58 30 15,-58 58 16,-29-117-31,29 88 16,-59-88-16,59 59 16,30-59-1,28 0-15,30 0 16,-29 0-16,0 0 16,-1 0-16</inkml:trace>
  <inkml:trace contextRef="#ctx0" brushRef="#br0" timeOffset="-200698.72">30697 6985 0,'-59'0'0,"59"30"46</inkml:trace>
  <inkml:trace contextRef="#ctx0" brushRef="#br0" timeOffset="-200217.71">30785 6927 0,'59'29'47,"-59"59"-31,0 0 0,0 29-1,59-117 32,-59-29-47,58 29 0,-58-117 16,59 117-16,0 0 15,-1 0 1,1 58 0,-59-28-1</inkml:trace>
  <inkml:trace contextRef="#ctx0" brushRef="#br0" timeOffset="-198469.06">21599 8629 0,'0'59'94,"0"-1"-78,0 1-16,0 0 15,0 29 1,59-88 0,-59 59-16,59-59 15,0 0-15,-1 0 16,1 0-16,0-30 16,-1 30-16,1-88 15</inkml:trace>
  <inkml:trace contextRef="#ctx0" brushRef="#br0" timeOffset="-198263.76">21952 8746 0,'-59'30'15,"59"58"1,0 29-1,-59-29-15,59-29 16,0-30-16,0 30 16,0 0-16</inkml:trace>
  <inkml:trace contextRef="#ctx0" brushRef="#br0" timeOffset="-197787.5">22685 8805 0,'59'0'31,"0"0"-16,-1 0-15,30 0 16</inkml:trace>
  <inkml:trace contextRef="#ctx0" brushRef="#br0" timeOffset="-197674.34">22715 9011 0,'-59'0'16,"88"0"15,30 0-16,58 0-15,-29 0 0,-29 0 16</inkml:trace>
  <inkml:trace contextRef="#ctx0" brushRef="#br0" timeOffset="-196264.85">23595 8746 0,'-29'0'15,"29"30"-15,0 58 16,0 0-1,58-88 1,1 0 0,59 0-16,-60 0 0,1-59 15,29-88 1,-88 30 0,0 58-16,0 1 15,-59 58-15,1-59 16,-1 59-16,0 0 15,0 0-15,59 117 16,0-58 0,0-30-1,30-29-15</inkml:trace>
  <inkml:trace contextRef="#ctx0" brushRef="#br0" timeOffset="-196064.34">24065 8776 0,'0'58'31,"0"1"-15,0 0 0,88 0-1,0-59 1</inkml:trace>
  <inkml:trace contextRef="#ctx0" brushRef="#br0" timeOffset="-195659.89">24534 8893 0,'0'59'31,"0"0"-15,59-59 31,-59-30-32,59 30-15,-59-58 16,58 58 0,-58 58 30,0 1-46,0 0 0,0-1 16,59-58 0</inkml:trace>
  <inkml:trace contextRef="#ctx0" brushRef="#br0" timeOffset="-195216.9">25239 9069 0,'58'0'31,"1"0"-15,0 0-16,-1 0 15,1 0-15</inkml:trace>
  <inkml:trace contextRef="#ctx0" brushRef="#br0" timeOffset="-188440.14">25943 8834 0,'-29'0'78,"29"118"-62,0-59-16,-59-1 16,59 30-1,0 0 1,29-88-16,118 59 16,-88-59-16,29 0 15,-30 0 1,1-29-16</inkml:trace>
  <inkml:trace contextRef="#ctx0" brushRef="#br0" timeOffset="-188310.27">26236 9187 0,'-58'0'31,"58"117"-15,0-58-16,0-30 15,0 89-15,-59-118 0</inkml:trace>
  <inkml:trace contextRef="#ctx0" brushRef="#br0" timeOffset="-187583.53">26794 9069 0,'88'0'15,"-59"0"-15,59-58 16,-29 58-16,-30 0 16,30 0-1,0 0-15</inkml:trace>
  <inkml:trace contextRef="#ctx0" brushRef="#br0" timeOffset="-187421.53">26970 8981 0,'0'-58'0,"0"87"31,0 0-15,0 30-1,0 58-15,0-29 16</inkml:trace>
  <inkml:trace contextRef="#ctx0" brushRef="#br0" timeOffset="-184845.11">27762 8688 0,'-58'0'16,"116"0"46,1 0-62,0 0 16,-1 0-16,1 0 16,-59 58-16,0 30 15,0-29 1,-117 29-1,29-29-15,29-59 0,59 59 16,59-59 15,-1 0-15,30 0-16,30 0 16,-89 0-16,30 0 15</inkml:trace>
  <inkml:trace contextRef="#ctx0" brushRef="#br0" timeOffset="-184479.03">28555 8335 0,'-30'118'31,"30"-30"-31,-58 0 15,58 59-15,0-30 16,0 30-16,0-59 16,0 0-16,0 0 15,29-29-15,118 58 16,-59-117 0,0 0-16</inkml:trace>
  <inkml:trace contextRef="#ctx0" brushRef="#br0" timeOffset="-184039.62">28819 9040 0,'29'0'47,"30"29"-15,0-29 30,-1 0-62,-58-117 16,59 117-1,-59-59-15,59 59 16,-59 30 31,0 87-32,0-88-15,0 30 16,58-59-16,-58 59 16</inkml:trace>
  <inkml:trace contextRef="#ctx0" brushRef="#br0" timeOffset="-183817.45">29376 9011 0,'118'0'31,"-59"0"-15,29 0-1</inkml:trace>
  <inkml:trace contextRef="#ctx0" brushRef="#br0" timeOffset="-183057.89">29846 8805 0,'29'0'63,"30"0"-47,0 0-1,-89 0 48,30 59-63,0 0 31,0-1-15,0 1-1,30-59 1,-30 59-1,58-59 1,-58 58 31,-117-58-47,29 0 16,29 0-1,1 59-15,-1-59 16</inkml:trace>
  <inkml:trace contextRef="#ctx0" brushRef="#br0" timeOffset="-182784.62">29993 8482 0,'58'0'16,"31"0"0,-1 59-16,0 0 15,-88 29-15,58 29 16,-58 1-16,0 28 15,-88 1-15,-29 59 16,-30-148-16</inkml:trace>
  <inkml:trace contextRef="#ctx0" brushRef="#br0" timeOffset="-181302.3">30521 9099 0,'29'0'47,"118"0"-32,-59 0 1,-29 0-16,29 0 15</inkml:trace>
  <inkml:trace contextRef="#ctx0" brushRef="#br0" timeOffset="-173943.38">31049 8688 0,'-58'0'16,"87"0"46,30 0-46,-1 88 15,-58 0-15,0-29-16,-29 29 15,-88 29 1,58-58 0,59-1 15,59-58-15,-1 0-16,1 0 15,0 0-15,-1 0 16,1 0-16</inkml:trace>
  <inkml:trace contextRef="#ctx0" brushRef="#br0" timeOffset="-173526.47">31519 8482 0,'0'59'31,"-88"0"-15,88-1 0,-59 60-16,59-30 0,-59 0 15,59 0-15,0 29 16,0-58-16,0 0 15,0-30-15,30 59 16,58-88 0</inkml:trace>
  <inkml:trace contextRef="#ctx0" brushRef="#br0" timeOffset="-173090.65">31548 8923 0,'0'58'46,"0"30"-30,0-29 0,59-59 31,-59-29-32,59-30 1,-1 0-16,1 89 62,-59 58-46,0 29 0,0-58-1,59-59-15</inkml:trace>
  <inkml:trace contextRef="#ctx0" brushRef="#br0" timeOffset="-172892.21">31988 9187 0,'0'-59'15,"30"59"16,58 0-15,-30 0 15</inkml:trace>
  <inkml:trace contextRef="#ctx0" brushRef="#br0" timeOffset="-172558.39">32223 8923 0,'59'0'47,"-59"29"-16,0 30-15,0-30 15,59-29-15,29 0-1,0 0 1</inkml:trace>
  <inkml:trace contextRef="#ctx0" brushRef="#br0" timeOffset="-172279.22">32663 8600 0,'30'58'31,"-30"1"-15,58 0-16,-58 29 15,0 0-15,0 29 16,0-29-16,0 0 15,-58 0-15,-1 1 16,-58-1-16,29-88 16</inkml:trace>
  <inkml:trace contextRef="#ctx0" brushRef="#br0" timeOffset="-171410.07">32399 9099 0,'-29'0'78,"29"-59"-62,-59 59-16,59-59 31,0 1-16,0-1 1,0 0 0,30 59-1,-30-59 1,58 59 0,-28 0 15,-30 59-16,0 59 1,0-89 0,-30 118-1,30-89-15,-88-58 16,88 59-16,-58-59 16,58 59-1,29-59 1,88 0-1,-58 0 1,0 0-16,-1 0 0,1-30 16</inkml:trace>
  <inkml:trace contextRef="#ctx0" brushRef="#br0" timeOffset="-169922.56">27440 10067 0,'-59'0'16,"59"88"15,0-58-15,0 28-16,0 60 16,0-30-16,0-29 0,0-1 15,0 1 1,29-59-1</inkml:trace>
  <inkml:trace contextRef="#ctx0" brushRef="#br0" timeOffset="-169753.85">27293 10420 0,'-59'0'0,"118"0"47,0 0-47,-1 0 16,1 0-16,-30 0 15,30 0-15,0 0 16</inkml:trace>
  <inkml:trace contextRef="#ctx0" brushRef="#br0" timeOffset="-169213.29">27997 10155 0,'-29'0'15,"29"-29"1,29 29 0,30 0-1,0 0 1,-1 0 0,-58 117 15,-88-29-16,30-29 1,58 0 0,58-59 15,1 0-31,0 0 16,-1 0-16,1 0 15</inkml:trace>
  <inkml:trace contextRef="#ctx0" brushRef="#br0" timeOffset="-168777.86">28819 9803 0,'-29'0'0,"-30"0"31,59 59-15,-88 58-16,88 1 15,-118 28-15,118-28 16,0-1-16,0-29 0,0-29 15,118 0 1,-59-59-16,-1 0 16</inkml:trace>
  <inkml:trace contextRef="#ctx0" brushRef="#br0" timeOffset="-168371.6">28848 10273 0,'0'29'31,"0"30"-15,0 29-1,0-29 1,59-59 31,-59-59-47,117 59 16,-117-118-16,59 118 15,-59-58 1,0 87 15,0 89-15,0-60-1,59 30-15</inkml:trace>
  <inkml:trace contextRef="#ctx0" brushRef="#br0" timeOffset="-168131.78">29406 10390 0,'29'0'47,"30"0"-47,0 0 15,-1 0-15</inkml:trace>
  <inkml:trace contextRef="#ctx0" brushRef="#br0" timeOffset="-167997">29787 10302 0,'59'0'47</inkml:trace>
  <inkml:trace contextRef="#ctx0" brushRef="#br0" timeOffset="-167636.72">29699 10331 0,'-58'0'0</inkml:trace>
  <inkml:trace contextRef="#ctx0" brushRef="#br0" timeOffset="-166862.93">30257 9950 0,'88'0'16,"29"29"-1,-58 30-15,-59 58 16,59-29-16,-59 0 16,0 1-16,-30 28 15,-28-29-15,-60 29 16,30-29-16,-29-88 16</inkml:trace>
  <inkml:trace contextRef="#ctx0" brushRef="#br0" timeOffset="-166053.85">30932 10155 0,'0'59'31,"0"0"-15,0-1-16,0 1 0,0 0 16,0 0-1,0-1-15,0-28 16</inkml:trace>
  <inkml:trace contextRef="#ctx0" brushRef="#br0" timeOffset="-165856.45">30873 10420 0,'0'-59'0,"59"59"62,-59 29-62,59-29 16,-1 0 0</inkml:trace>
  <inkml:trace contextRef="#ctx0" brushRef="#br0" timeOffset="-164048.65">31343 10185 0,'29'0'0,"59"0"16,-29 0 0,-59 29-1,0 118 1,-30-88 0,30-1-16,-58-58 15,58 59-15,29 0 31,118-59-15,-147-30-16</inkml:trace>
  <inkml:trace contextRef="#ctx0" brushRef="#br0" timeOffset="-163702.52">31842 10331 0,'58'0'31,"-58"89"1,59-31-17,0-58 1,87 0 15,-87-88-31,0 88 16,-59-59-16,59 59 0,-1 0 47,-58 118-47,0-30 15,0 0-15</inkml:trace>
  <inkml:trace contextRef="#ctx0" brushRef="#br0" timeOffset="-162635.66">21776 10919 0,'-30'0'16,"30"88"15,30 0-15</inkml:trace>
  <inkml:trace contextRef="#ctx0" brushRef="#br0" timeOffset="-162483.68">21746 11329 0,'0'59'79,"30"-59"-79</inkml:trace>
  <inkml:trace contextRef="#ctx0" brushRef="#br0" timeOffset="-162360.05">21776 11506 0,'-30'0'15,"60"0"17</inkml:trace>
  <inkml:trace contextRef="#ctx0" brushRef="#br0" timeOffset="-162259.89">21776 11564 0</inkml:trace>
  <inkml:trace contextRef="#ctx0" brushRef="#br0" timeOffset="-160816.39">21247 13325 0,'59'-29'31,"-30"29"-15,59-59-16,-29 59 16,0-88-16,-1 30 15,-58-1-15,59 0 16,-59-58-16,0 58 16,0 30-1,0 117 16,0 0-15,-29 59-16,29-30 16,0 30-16,-118 0 15,118-30-15,0 30 16,0-59-16,-58-29 16,58-1-16,0 1 15,0 29 1</inkml:trace>
  <inkml:trace contextRef="#ctx0" brushRef="#br0" timeOffset="-160510.42">21541 13648 0,'0'-58'15,"88"58"1,-88-59 0,117 59-16,-87 0 15,-30 29 1,-30 59 15,-28-29-31,-31 0 16,31-59-16,58 58 0,0 1 31,88-59-31,59 0 16,-30 0-16,59 0 15,-29 0-15</inkml:trace>
  <inkml:trace contextRef="#ctx0" brushRef="#br0" timeOffset="-126644.22">29846 10390 0,'29'0'187,"30"-29"-171,0 29-1,-59-59 1,58 0-16,-58 1 16,59 58-1,-59-59 1,0 88 46,0 30-46,-29 0-16,29-1 16,0 31-16,0-31 31,-59-58-31,59 59 0,0 0 31</inkml:trace>
  <inkml:trace contextRef="#ctx0" brushRef="#br0" timeOffset="-126432.22">29905 10654 0,'-30'0'16,"89"0"47,0 0-63,-1 0 15,1 0-15,29 0 16</inkml:trace>
  <inkml:trace contextRef="#ctx0" brushRef="#br0" timeOffset="-114644.73">25004 4490 0,'0'-29'0,"29"29"141,59 0-141,88 0 0,118 0 15,-1 0 1,-29 0-16,-29 0 0,-59 0 16,-58 0-16,-60 0 15,60 29 1,-148-29 15,30 59 32</inkml:trace>
  <inkml:trace contextRef="#ctx0" brushRef="#br0" timeOffset="-39019.68">22539 13325 0,'-59'0'0,"88"0"78,-29 59-78,59-59 0,29 0 31,-29 0-15</inkml:trace>
  <inkml:trace contextRef="#ctx0" brushRef="#br0" timeOffset="-38867.53">22480 13560 0,'59'0'32,"58"0"-1</inkml:trace>
  <inkml:trace contextRef="#ctx0" brushRef="#br0" timeOffset="-38384.58">23243 13149 0,'-59'0'0,"1"0"31,58 30-31,-59-30 15,59 117-15,0-29 16,29-29 0,59-59-1,-29 0-15,0 0 16,-1-88-16,-58 58 16,118-58-16,-118 30 15,0-1-15,0 30 16,0-30-1,-30 59-15,-28 0 16,-1 0-16,0 59 16,59-1-16,-88 1 15,88 29-15,0-29 0</inkml:trace>
  <inkml:trace contextRef="#ctx0" brushRef="#br0" timeOffset="-38151.87">23566 13384 0,'-30'0'31,"30"88"-15,0 0-1,0 0 1,59-88-16,-59 59 16</inkml:trace>
  <inkml:trace contextRef="#ctx0" brushRef="#br0" timeOffset="-37776.35">23830 13560 0,'0'30'47,"0"28"-32,59-58 32,-59-29-31,58 29-16,-58-59 0,59 59 0,0 0 31,-1 0 16,-58 59-31,0 0-16,0-1 15</inkml:trace>
  <inkml:trace contextRef="#ctx0" brushRef="#br0" timeOffset="-37485.36">24358 13619 0,'29'0'15,"60"0"1,-31 0 0</inkml:trace>
  <inkml:trace contextRef="#ctx0" brushRef="#br0" timeOffset="-37050.29">24769 13325 0,'0'-58'31,"59"58"0,-59 58 1,0 1-32,0 29 31,-30 30-31,30-30 16,0 0-16,-58 0 15,58-29-15,0 58 0</inkml:trace>
  <inkml:trace contextRef="#ctx0" brushRef="#br0" timeOffset="-36759.66">24945 13619 0,'59'0'16,"-1"0"-1,1 0 1,-59 29 15,-59-29-31,59 59 16,-117-59-16,117 59 31,29-59-15,30 0-1,0 0-15</inkml:trace>
  <inkml:trace contextRef="#ctx0" brushRef="#br0" timeOffset="-35657.72">25679 13414 0,'29'0'16,"30"0"-1,-30 0-15,30 0 16,0 0-1,-1 0-15,1 0 16,-59 58-16</inkml:trace>
  <inkml:trace contextRef="#ctx0" brushRef="#br0" timeOffset="-35451.16">25825 13296 0,'30'59'31,"-30"-30"-15,0 30-16,0 0 16,0-1-16,0 1 15,0 0-15</inkml:trace>
  <inkml:trace contextRef="#ctx0" brushRef="#br0" timeOffset="-34813.03">26412 13061 0,'0'-58'0,"30"58"16,58 0 0,-29 29-1,-59 88 1,0-87-16,0 28 15,0 1-15,-118 29 16,59-29-16,1-59 16,58 59-16,29-59 31,30 0-15,-1 0-16,1 0 0,0 0 15,0 0-15,-1 0 31</inkml:trace>
  <inkml:trace contextRef="#ctx0" brushRef="#br0" timeOffset="-33862.57">27234 12650 0,'59'0'15,"-59"-58"1,59 58-16,-147 205 62,-59 59-46,88 0-16,59-29 16,-88-88-16,88-30 15,0 1 1,29-59-16,-29-1 16,59-58-16,-59 59 0,59-59 15,-1 0 16</inkml:trace>
  <inkml:trace contextRef="#ctx0" brushRef="#br0" timeOffset="-33314.19">27469 13267 0,'0'88'47,"0"-59"-47,0 89 15,88-118 32,-88-88-31,59 88-1,-59-89-15,58 31 16,-58 116 31,0 1-31,0 29-16,0 30 31,0-60-31</inkml:trace>
  <inkml:trace contextRef="#ctx0" brushRef="#br0" timeOffset="-32915.63">27968 13443 0,'88'0'62,"-29"0"-46,-1 0-16,30 0 15</inkml:trace>
  <inkml:trace contextRef="#ctx0" brushRef="#br0" timeOffset="-32300.48">28613 12915 0,'0'58'78,"-88"30"-62,-29 88-16,29 1 15,88-31 1,-59-58-16,59-29 16,0 0-16,0-1 15,30-58-15,28 59 32,1-59-17</inkml:trace>
  <inkml:trace contextRef="#ctx0" brushRef="#br0" timeOffset="-31878.85">28584 13296 0,'59'0'31,"-59"-29"-31,88 29 16,0-59-16,-29-29 15,-59 29 1,0 147 31,0-29-32,-30 0-15,30-1 0,0 1 16,-88 0-16,88 0 16,0-1-1,-58 1-15</inkml:trace>
  <inkml:trace contextRef="#ctx0" brushRef="#br0" timeOffset="-31575.9">28966 13355 0,'58'0'31,"-116"29"16,-1-29-32,59 59 1,-59-59-16,59 59 16,0-1-1,59-58 1,0 0-16,-1 0 15</inkml:trace>
  <inkml:trace contextRef="#ctx0" brushRef="#br0" timeOffset="-31243.53">29259 13355 0,'59'0'31,"-1"0"-15,1 0 0</inkml:trace>
  <inkml:trace contextRef="#ctx0" brushRef="#br0" timeOffset="-30969.51">29494 13237 0,'0'30'31,"0"28"-31,0 1 16,0 0 0,0 0-16,59-59 0</inkml:trace>
  <inkml:trace contextRef="#ctx0" brushRef="#br0" timeOffset="-30654.09">29729 13003 0,'58'58'31,"-58"1"-15,88 0-16,-88 29 0,0 0 15,0 29-15,0-29 16,0-29-16,-58 29 16</inkml:trace>
  <inkml:trace contextRef="#ctx0" brushRef="#br0" timeOffset="-29977.96">29963 12621 0,'59'0'31,"29"29"-15,-29 89-16,-59 58 0,147 29 15,-147-29-15,0 1 0,0 57 32,-147 31-32,59-177 0</inkml:trace>
  <inkml:trace contextRef="#ctx0" brushRef="#br0" timeOffset="-24196.19">30785 8952 0,'0'-59'16,"0"118"62,0 0-62,59 29-16</inkml:trace>
  <inkml:trace contextRef="#ctx0" brushRef="#br0" timeOffset="-23194.38">30726 8981 0,'0'59'109,"0"0"-93,0-1-1,0 1-15,59 0 0,-59-1 16</inkml:trace>
  <inkml:trace contextRef="#ctx0" brushRef="#br0" timeOffset="-20798.88">22333 14969 0,'0'-29'47,"30"29"-31,-1 0-16,30 0 15,-1 0-15,1 0 16,0 0-16,-1 0 15,89 0 1</inkml:trace>
  <inkml:trace contextRef="#ctx0" brushRef="#br0" timeOffset="-20554.79">22685 14705 0,'0'59'62,"0"29"-46,0-29-16,0-1 15,0 1-15,0 0 0</inkml:trace>
  <inkml:trace contextRef="#ctx0" brushRef="#br0" timeOffset="-19906.73">23243 14676 0,'-29'-59'16,"87"59"15,30 0-16,-29 0 1,-59 59 0,-29 87-1,-30-87 1,0 29 0,59-58-1,59-30 16,0 0-15,-1 0-16,1 0 0,0 0 0</inkml:trace>
  <inkml:trace contextRef="#ctx0" brushRef="#br0" timeOffset="-18578.63">24123 14294 0,'-29'59'62,"29"29"-62,-117 59 0,117-30 16,-59 0-1,59 1 1,0-30-16,0-29 0,29 29 31,30-30-31,-59 1 16,59-59-16,-59 59 16,58-59-1,-58 59-15</inkml:trace>
  <inkml:trace contextRef="#ctx0" brushRef="#br0" timeOffset="-18120.21">24299 14793 0,'0'29'47,"59"-29"-32,-59 59-15,59-118 63,29-29-47,-29 30 15,-59 87 0,0 30-15,0 29-1,0 0 1</inkml:trace>
  <inkml:trace contextRef="#ctx0" brushRef="#br0" timeOffset="-17579.13">25004 14793 0,'29'0'47,"-29"29"-31,88-29-16,0 0 16,-88 59-16</inkml:trace>
  <inkml:trace contextRef="#ctx0" brushRef="#br0" timeOffset="-17187.82">25796 14382 0,'0'118'47,"-59"-30"-31,59 0-16,-58 29 16,58-58-16,0-30 0,0 30 15,0 0 1,0 58-16,58-117 15</inkml:trace>
  <inkml:trace contextRef="#ctx0" brushRef="#br0" timeOffset="-16796.88">25884 14705 0,'0'-29'16,"30"29"0,-30-118-16,88 118 15,-88-88-15,58 88 16,-58-58-16,0 175 62,-58-29-46,58 0-16,0 0 0,0-29 16,-59 29-16,59-59 15,0 89-15</inkml:trace>
  <inkml:trace contextRef="#ctx0" brushRef="#br0" timeOffset="-16508.44">26090 14822 0,'0'30'62,"-30"-30"-46,30 59-1,0-1 1,30-58 15,28 0-31</inkml:trace>
  <inkml:trace contextRef="#ctx0" brushRef="#br0" timeOffset="-15195.51">26383 14822 0,'29'0'32,"30"0"-17,59 0 1,-89 0-16</inkml:trace>
  <inkml:trace contextRef="#ctx0" brushRef="#br0" timeOffset="-14860.79">26735 14705 0,'59'0'31,"-59"59"-15,0 29-1,-29-88 1,29 59-1,-59-59-15,59 58 16,88-58 0,-59 0-1,30 0 1,88 0-16</inkml:trace>
  <inkml:trace contextRef="#ctx0" brushRef="#br0" timeOffset="-14527.79">27146 14441 0,'88'59'15,"-29"29"1,-59 0-16,59-30 15,-59 1-15,0 0 16,0 0-16,0-1 0,-59 1 16,0-59-16</inkml:trace>
  <inkml:trace contextRef="#ctx0" brushRef="#br0" timeOffset="-14020.5">27498 14323 0,'59'0'0,"29"59"15,29 59-15,-58-30 16,-59 29-1,88 30-15,-88-59 16,0 29-16,-59-29 16,1 0-16,-1-29 15,0-59-15</inkml:trace>
  <inkml:trace contextRef="#ctx0" brushRef="#br0" timeOffset="-11915.7">28261 14617 0,'0'-59'0,"0"89"63,0 28-63,0 1 15,0 0 1,0-1-16,0 31 15,0-31 1</inkml:trace>
  <inkml:trace contextRef="#ctx0" brushRef="#br0" timeOffset="-11661.27">28115 14822 0,'117'0'47,"-58"0"-47,-30 0 15,30 0-15,-1 0 0</inkml:trace>
  <inkml:trace contextRef="#ctx0" brushRef="#br0" timeOffset="-11391.66">28731 14822 0,'59'0'32</inkml:trace>
  <inkml:trace contextRef="#ctx0" brushRef="#br0" timeOffset="-11261.29">28907 14793 0,'88'-29'47</inkml:trace>
  <inkml:trace contextRef="#ctx0" brushRef="#br0" timeOffset="-11129.61">29230 14764 0,'58'0'47,"1"0"-31</inkml:trace>
  <inkml:trace contextRef="#ctx0" brushRef="#br0" timeOffset="-10974.92">29376 14764 0,'30'0'15,"29"0"1</inkml:trace>
  <inkml:trace contextRef="#ctx0" brushRef="#br0" timeOffset="-10641.7">29846 14764 0,'59'0'31,"-1"0"-31,1 0 15,0 0 1,0 0-16,-1 0 16</inkml:trace>
  <inkml:trace contextRef="#ctx0" brushRef="#br0" timeOffset="-10485.04">30022 14529 0,'0'-59'16,"0"118"15,0 0-31,0 58 16,0-29 0,0 0-16,0 0 0,-59-88 0</inkml:trace>
  <inkml:trace contextRef="#ctx0" brushRef="#br0" timeOffset="-8420.45">30550 14382 0,'0'-59'15,"-58"59"1,87-58 15,59 58-31,-29 0 16,-59 29-1,0 59 1,-30 0 0,-28 30-16,-1-30 15,-29-30-15,88 60 16,0-89 0,29-29-1,118 0 1,-88 88-16,29-88 31</inkml:trace>
  <inkml:trace contextRef="#ctx0" brushRef="#br0" timeOffset="-7915.21">31284 14059 0,'0'-58'0,"-29"87"31,29 30-15,-88 58-16,88 0 16,-118 30-1,118-29-15,0 28 0,0-58 16,0-29-16,0 0 0,88-59 15,0 59-15,0-59 16</inkml:trace>
  <inkml:trace contextRef="#ctx0" brushRef="#br0" timeOffset="-7440.38">31343 14470 0,'0'59'31,"29"29"-15,30-117 46,-1-59-46,1 88-1,-59-59 1,0 88 0,0 89-1,0-60 1,0 1-16,0 0 15</inkml:trace>
  <inkml:trace contextRef="#ctx0" brushRef="#br0" timeOffset="-7020.16">31812 14617 0,'30'0'31,"28"0"-31,1 0 16,0 0 0</inkml:trace>
  <inkml:trace contextRef="#ctx0" brushRef="#br0" timeOffset="-5103.56">32341 14529 0,'-59'0'31,"59"59"-15,0-1-1,29-58 1,59 0 0,-88-29-1,59 29 1,-59-59-16,0 1 15,-29 58-15,-30 0 16,-29 0 0,88 29 31</inkml:trace>
  <inkml:trace contextRef="#ctx0" brushRef="#br0" timeOffset="-4932.27">32546 14089 0,'29'0'16,"-29"88"-1,88 0-15,-88 29 16,0 59-16,0 88 15,-58-29-15,-30-88 16</inkml:trace>
  <inkml:trace contextRef="#ctx0" brushRef="#br0" timeOffset="-1349.9">31401 11212 0,'0'-59'16,"30"59"-1,87 0 1,-87 0 0,28 0-16,60 0 15,-30 0-15,0 0 0,0 0 16,29 59-16,-29-59 16,0 0-16</inkml:trace>
  <inkml:trace contextRef="#ctx0" brushRef="#br0" timeOffset="51409.73">20161 16114 0,'30'0'110,"29"0"-95,29 0 1,-30 0 0</inkml:trace>
  <inkml:trace contextRef="#ctx0" brushRef="#br0" timeOffset="51599.92">20308 16349 0,'59'0'31,"0"0"-15</inkml:trace>
  <inkml:trace contextRef="#ctx0" brushRef="#br0" timeOffset="54074.74">21101 16143 0,'0'-29'62,"-59"58"1,59 30-48,0 0 17,59-59-17,29 0 1,-30-30-16,1-28 15,-59-1 17,0 0-32,-59 59 15,-29-58 1,30 58 0,58 29-1,-59-29 1,59 59-16,0-1 15,29-58-15</inkml:trace>
  <inkml:trace contextRef="#ctx0" brushRef="#br0" timeOffset="54297.47">21277 16231 0,'0'59'16,"0"0"0,0 0 15,29-1-31,30 1 31</inkml:trace>
  <inkml:trace contextRef="#ctx0" brushRef="#br0" timeOffset="54694.98">21482 16378 0,'0'30'47,"0"28"-32,59-58 1,-30 0-1,30 0 1,-59-29 0,59 29-16,-59 59 78,88 58-63</inkml:trace>
  <inkml:trace contextRef="#ctx0" brushRef="#br0" timeOffset="54989.4">22069 16525 0,'29'0'15,"59"0"1,-29 0 0,29 0-1</inkml:trace>
  <inkml:trace contextRef="#ctx0" brushRef="#br0" timeOffset="55439.08">22539 16349 0,'-59'0'0,"118"-59"31,29 59-31,-88-59 16,88 59-1,-88-29-15,58 29 0,-58-59 16,0 1-1,0 87 32,0 30-47,0-30 16,0 30-16,0-1 16,0 1-16,0 0 15,-29-59-15,29 88 16</inkml:trace>
  <inkml:trace contextRef="#ctx0" brushRef="#br0" timeOffset="55804.09">22891 16319 0,'58'0'15,"-58"-29"1,59 29-16,0 0 31,-118 0 16,-29 29-31,88 30-1,0-29 17,88-30-32,0 0 15</inkml:trace>
  <inkml:trace contextRef="#ctx0" brushRef="#br0" timeOffset="58319.74">23889 16231 0,'0'-58'32,"0"87"61,0 59-77,0-29-16,0 29 16,0-29-1,0-1 1</inkml:trace>
  <inkml:trace contextRef="#ctx0" brushRef="#br0" timeOffset="58675.26">23712 16231 0,'59'0'79,"-59"30"-64,147-30-15,-88 0 16,-1 0-16,1 0 15</inkml:trace>
  <inkml:trace contextRef="#ctx0" brushRef="#br0" timeOffset="59367.26">24505 15938 0,'29'0'47,"59"0"-31,0 29-1,-88 30 1,0 58 0,-29-58-16,-30 0 15,1-1 1,-30 31 0,88-31 15,146-58-16,-87 0 1,0 0-16,-1 0 16,30 0-1</inkml:trace>
  <inkml:trace contextRef="#ctx0" brushRef="#br0" timeOffset="60512.48">25532 15732 0,'0'-58'16,"0"-1"109,-29 59-109,-30 0-1,0 0 1,1 0 15,58 29-31,0 30 47,0 0 15,0-30-30,0 30-17,0 0-15,0-1 16,0 1 0,0 29-16,0 29 0,0-29 15,0 1-15,0-1 16,0-30-16,-59 1 0,59 0 15,0-1-15,0 30 16,0-29 0,0 29-1,-59-88-15,59 118 16,-58-118-16,58 88 16,0-30-1,29-58 32,30 0-47,58 0 16,-58 0-1,29 0-15,58 0 16,-58-58 0,0 58-16</inkml:trace>
  <inkml:trace contextRef="#ctx0" brushRef="#br0" timeOffset="64190.24">25943 15909 0</inkml:trace>
  <inkml:trace contextRef="#ctx0" brushRef="#br0" timeOffset="64904.55">26060 15879 0</inkml:trace>
  <inkml:trace contextRef="#ctx0" brushRef="#br0" timeOffset="65655.46">26060 15879 0,'-29'0'94,"-30"0"-63,1 0-15,-1 0 62,59 30-63,-30-30 32,30 58-47,0 1 16,0 0 15,0-1-15,0-28-1,0 87 1,0-29 0,-58-88-16,58 88 15,-88-29-15,88 0 16,0-1 15,0 1-15,0 0 15,58-1 0,1-58-15,29 0 0,-29 0-1</inkml:trace>
  <inkml:trace contextRef="#ctx0" brushRef="#br0" timeOffset="66882.85">26178 16290 0,'0'29'62,"0"1"-46,29-30 31,-29-59-16,59 59 16,-59 29-31,0 60-1,88-31 1</inkml:trace>
  <inkml:trace contextRef="#ctx0" brushRef="#br0" timeOffset="67760.46">26266 16378 0,'0'-59'16,"0"89"46,0 29-46,29-1 0,-29-116 77,59 58-93,-59-59 16,58 59-16,1-59 31,0 59 0,-59 29-15,0 30 15,0 0-31,0 29 16</inkml:trace>
  <inkml:trace contextRef="#ctx0" brushRef="#br0" timeOffset="68833.49">26794 16408 0,'29'0'47,"59"0"-47,-29 0 31,0 0 1</inkml:trace>
  <inkml:trace contextRef="#ctx0" brushRef="#br0" timeOffset="69238.96">27381 16026 0,'0'29'47,"-29"59"-31,29 30-16,-88-30 15,88 0-15,0 0 16,0-29-16,0 29 16,29-88-16,88 0 15</inkml:trace>
  <inkml:trace contextRef="#ctx0" brushRef="#br0" timeOffset="69628.57">27440 16261 0,'0'-59'31,"29"59"-31,59-88 16,29 0 0,-117 29-1,59 59-15,-59 59 47,-29 0-31,29-1-16,0 1 15,0 29 1,-59-88 0,59 59-16,0 0 31</inkml:trace>
  <inkml:trace contextRef="#ctx0" brushRef="#br0" timeOffset="70078.64">27850 16143 0,'0'30'47,"0"28"15,-29-58-46,29 59 31,59-59-16,-59 59-31,58-59 15,1 0 1</inkml:trace>
  <inkml:trace contextRef="#ctx0" brushRef="#br0" timeOffset="70408.33">28085 16319 0,'59'0'47,"58"0"-31,-58 0 0</inkml:trace>
  <inkml:trace contextRef="#ctx0" brushRef="#br0" timeOffset="70617.2">28379 16202 0,'0'29'46,"0"30"-30,58-59-16,-58 88 16,0-29-1</inkml:trace>
  <inkml:trace contextRef="#ctx0" brushRef="#br0" timeOffset="71113.62">28467 16026 0,'58'59'31,"30"87"0,-88-87-31,0 0 16,0 0 0,0-1-16,0 1 0,-88 0 15</inkml:trace>
  <inkml:trace contextRef="#ctx0" brushRef="#br0" timeOffset="72470.73">28613 15703 0,'30'0'47,"58"0"-32,-29 0 1,-59 29 15,58-29-31,-58 59 16,0 88 0,0-59-16,0 0 15,0 0-15,0 59 16,0-30-1,59 1-15,-59-89 0,0 30 16,0-1 0,0 1-1,-59-59 17,1 0-1,-1 0-31,59-29 0,-59 29 0,0 0 31</inkml:trace>
  <inkml:trace contextRef="#ctx0" brushRef="#br0" timeOffset="74130.07">29318 16378 0,'0'-59'62,"58"59"-46,31 0 0,-31 0-16,1 0 0,0 0 15,-1 0-15,1 0 16</inkml:trace>
  <inkml:trace contextRef="#ctx0" brushRef="#br0" timeOffset="74406.35">29611 16173 0,'0'146'78,"0"-87"-62,0 0-1,0 0-15</inkml:trace>
  <inkml:trace contextRef="#ctx0" brushRef="#br0" timeOffset="74671.08">29963 16261 0,'59'0'47</inkml:trace>
  <inkml:trace contextRef="#ctx0" brushRef="#br0" timeOffset="74814.11">30081 16261 0,'88'0'47,"29"0"-47</inkml:trace>
  <inkml:trace contextRef="#ctx0" brushRef="#br0" timeOffset="74957.24">30404 16261 0,'88'0'63,"-30"0"-48</inkml:trace>
  <inkml:trace contextRef="#ctx0" brushRef="#br0" timeOffset="75093.89">30609 16261 0,'29'0'63</inkml:trace>
  <inkml:trace contextRef="#ctx0" brushRef="#br0" timeOffset="75386.45">30756 16261 0,'-59'0'0,"118"0"46,0 0-46,-1 0 16,30 0 0,-29 0-1</inkml:trace>
  <inkml:trace contextRef="#ctx0" brushRef="#br0" timeOffset="75563.18">30991 16173 0,'0'29'47,"0"30"-32,-59-1-15,59 1 16,0 0-1</inkml:trace>
  <inkml:trace contextRef="#ctx0" brushRef="#br0" timeOffset="78408.33">31607 16143 0,'0'-29'16,"0"58"30,29 59-30,-29 30 0,0-89-1,59-29 17,58-29-1,-58-30-16,0 59 1,-1 0 15,-58 29-15,0 60 0</inkml:trace>
  <inkml:trace contextRef="#ctx0" brushRef="#br0" timeOffset="79322.39">32194 16319 0,'-30'0'16,"60"0"77,29 0-61,-1 0-17,1 0 16</inkml:trace>
  <inkml:trace contextRef="#ctx0" brushRef="#br0" timeOffset="79669.79">32487 16290 0,'0'29'47,"0"1"-47,59-30 31,0 0-16,-59-59 1,0 0 0,-30 59 15</inkml:trace>
  <inkml:trace contextRef="#ctx0" brushRef="#br0" timeOffset="79942.92">32605 16055 0,'29'0'31,"30"0"-15,-1 30-16,-58 28 15,88 1-15,-88 0 0,0-1 16,0 1-16,-88 0 15,0-59-15</inkml:trace>
  <inkml:trace contextRef="#ctx0" brushRef="#br0" timeOffset="80512.67">31431 15997 0,'0'29'16,"-59"30"-16,59-1 0,0 1 15,0 0-15,29-1 0,30 1 16,59-59-16,-89 0 16</inkml:trace>
  <inkml:trace contextRef="#ctx0" brushRef="#br0" timeOffset="81339.06">32663 15615 0,'59'0'63,"29"0"-48,-29 0 1,0 59 15,-59-30 1,0 30-32,0 58 31,0-87-31,0 28 0,0 1 15,0 0 1,0-1-16,0 1 0,0 0 16,0-1-16,0 1 15,88 0-15,-88 0 16,0-1-16,0 1 16,0 0-16,0-1 15,0-28-15,-30-30 16,30 117-16,-58-117 0,58 59 15,-89-59-15,1 59 16,59-59-16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2:05:08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6867 6310 0,'0'-29'15,"0"-30"48,-29 59-48,-30 0 1,0 0 0,1 0-1,-1 0 1,-29 0 0,0 0-1,-29-59 1,58 59-16,0 0 15,1 0-15,-1 0 16,-29 0 0,29 30-16,-29-30 0,0 58 0,-29-58 15,29 88-15,0-88 16,29 89 0,0-89-16,0 58 0,-58 1 15,58 0 16,59-1-31,0 1 16,0 0 15,0-1-31,0 1 16,0 0 0,0 0-1,0-1 1,30-58-1,-30 59 1,58 0 0,30-1-16,-29-58 15,-59 59 1,118-59-16,-89 0 16,88 0-1,-58 59-15,0-59 31,29 0-31,0 0 16,-30 0 0,1 0-16,0 0 0,0 0 15,-1 0-15,1 0 16,0 0-16,-30 0 16,30 0-16,-1 0 15,1 0-15,0 0 16,-1 0-16,1 0 15,0 0-15,0 0 16,-1 0-16,1 0 0,29 0 16,0 0-1,0 0 1,29 0 0,-29 0-1,-29 0 1,29 0-1,-29 0-15,29 0 16,0-30 0,29 30-1,-29 0 1,0 0 0,30 0-1,-1 0 1,1 0-1,-60 0-15,1-58 0,0 58 32,-1 0-32,1 0 0,-59-59 0,88 59 15,0 0 1,-88-59-16,59 59 16,0 0-1,-59-58 1,58-1-1,1 0 1,-59 1 15,0-1-15,0-29 0,0 29-1,0 0 1,0-29 15,0 30-15,0-1-16,-117 59 15,117-59 1,-59 59 0,0-59-1,0 59 1,59-58-1,-88 58-15,30 0 0,-1-59 16,-29 59-16,-59 0 16,-58 0-16,-147 0 15,-1 0 1,60 0-16,58 0 0,30 29 16,-1 118-16,-58 29 15,-59-58-15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1:58:59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12561 3199 0,'-30'0'15,"-28"0"1,-31 0 15,1 0-15,88 29-16,-58-29 15,58 59-15,0 29 16,0 0 0,117 29-1,-58-117 1,0 59-16,-1-59 16,-58 59-16,-88-1 31,59-58-16,-30 0-15,59 59 16,-59-59-16,89 0 31</inkml:trace>
  <inkml:trace contextRef="#ctx0" brushRef="#br0" timeOffset="231.45">12913 2935 0,'-30'0'0,"30"58"31,0 60-31,0-30 15,0 0-15,30 0 0,-30 29 16,0-58 0,88 0-16,-88-1 15,0-28 1</inkml:trace>
  <inkml:trace contextRef="#ctx0" brushRef="#br0" timeOffset="399.53">12883 3375 0,'30'0'31,"28"0"-31,1 0 0,0 0 31,-1 0-31,1 0 0</inkml:trace>
  <inkml:trace contextRef="#ctx0" brushRef="#br0" timeOffset="664.54">13236 3668 0,'58'0'15,"1"-29"1,0-59-1,-59 29 17,-59 59-32,0 0 15,1 30-15,58 28 16,0 30 0,29-29-1,30-59 1,-1 0-16,1 0 15,0 0-15</inkml:trace>
  <inkml:trace contextRef="#ctx0" brushRef="#br0" timeOffset="850.44">13646 3551 0,'0'117'31,"0"-29"-31,59 59 15,-59-29-15,0 28 16,0-58-16,0-29 16,0 29-1</inkml:trace>
  <inkml:trace contextRef="#ctx0" brushRef="#br0" timeOffset="1100.48">13793 3698 0,'59'0'16,"-30"0"0,59 58-16,-29 1 15,-59 0 16,-117-59-15,28 59-16,31-59 0,-1 0 16</inkml:trace>
  <inkml:trace contextRef="#ctx0" brushRef="#br0" timeOffset="1595.23">14263 3610 0</inkml:trace>
  <inkml:trace contextRef="#ctx0" brushRef="#br0" timeOffset="1728.43">14380 3639 0,'-29'59'16,"29"-1"15</inkml:trace>
  <inkml:trace contextRef="#ctx0" brushRef="#br0" timeOffset="2517.71">11856 5107 0,'30'0'47,"-30"-59"-47,117 59 15,-117-117-15,88 117 16,-88-118-16,59 59 16,-59-29-1,0 147 32,-30 29-47,30 0 16,0 59-16,0-30 15,-88 30-15,88 0 16,0-30-16,0-58 16,0 0-16</inkml:trace>
  <inkml:trace contextRef="#ctx0" brushRef="#br0" timeOffset="2854.68">12150 5136 0,'29'0'31,"88"0"-15,-58 0-1,-59 29 1,-88 30 15,29-59-31,1 59 16,58-1 15,88 1-15,0-59-1,0 0-15,0 0 16,0 0-16</inkml:trace>
  <inkml:trace contextRef="#ctx0" brushRef="#br0" timeOffset="3466.49">13676 5077 0</inkml:trace>
  <inkml:trace contextRef="#ctx0" brushRef="#br0" timeOffset="3567.73">13676 5312 0</inkml:trace>
  <inkml:trace contextRef="#ctx0" brushRef="#br0" timeOffset="4203.92">13676 4989 0</inkml:trace>
  <inkml:trace contextRef="#ctx0" brushRef="#br0" timeOffset="4654.78">13646 5312 0,'30'0'62,"28"0"-62</inkml:trace>
  <inkml:trace contextRef="#ctx0" brushRef="#br0" timeOffset="5279.8">14351 5341 0,'-59'0'0</inkml:trace>
  <inkml:trace contextRef="#ctx0" brushRef="#br0" timeOffset="20152.75">15202 4989 0,'-59'0'0,"118"0"78,-1 0-78,1 0 16,0 0-16,29 0 16</inkml:trace>
  <inkml:trace contextRef="#ctx0" brushRef="#br0" timeOffset="20313.66">15084 5312 0,'88'0'31,"-29"0"-31,-30 0 15,30 0-15,0 0 16,0 0-16</inkml:trace>
  <inkml:trace contextRef="#ctx0" brushRef="#br0" timeOffset="29732.37">16258 4901 0,'-29'-59'63,"-59"148"-48,88-1 1,0-30 15,0 1-31,0 0 0,29-59 31,59 0-15,30-59-16,-60-29 16,-58 0-1,0 29 1,-58 59-1,-1 0-15,0 0 16,1 0-16,-1 0 16,59 59-1,0 0 1,59-59-16</inkml:trace>
  <inkml:trace contextRef="#ctx0" brushRef="#br0" timeOffset="29926.24">16376 5077 0,'0'59'15,"-30"-59"1,30 59-16,0-1 16,30 1-1,28-59 1,1 0-1,0 0 1</inkml:trace>
  <inkml:trace contextRef="#ctx0" brushRef="#br0" timeOffset="30297.1">16640 5224 0,'0'29'31,"0"30"-15,29-59 0,-29 59-1,59-59 1,0-30 15,-59-28-31,58 58 16,-58 29 31,59-29-32,-59 59-15,0 0 16</inkml:trace>
  <inkml:trace contextRef="#ctx0" brushRef="#br0" timeOffset="30537.26">17051 5312 0,'58'0'31,"1"0"-31,29 0 16,29-59-1</inkml:trace>
  <inkml:trace contextRef="#ctx0" brushRef="#br0" timeOffset="30849.75">17344 5136 0,'59'-59'47,"29"1"-32,0-1 1,-88 0 0,0 89 15,-59 28-31,59 1 15,0 29-15,0-29 16,0 29-16,0-30 16,-58 1-16,58 0 15,0 29-15</inkml:trace>
  <inkml:trace contextRef="#ctx0" brushRef="#br0" timeOffset="31139.55">17638 5224 0,'58'0'0,"-58"-59"16,59 59-16,-59 30 46,-29-30-30,29 58-16,-59-58 16,59 30-1,59-30 1,-1 0 0,1 0-1,29 0-15</inkml:trace>
  <inkml:trace contextRef="#ctx0" brushRef="#br0" timeOffset="32629.95">18518 4989 0,'29'0'46,"30"0"-46,0 0 16,-1 0-16,1 0 16,0 0-16,29 0 31</inkml:trace>
  <inkml:trace contextRef="#ctx0" brushRef="#br0" timeOffset="32860.12">18723 4931 0,'0'88'46,"0"29"-30,0-58-16,0-1 16,59 30-1</inkml:trace>
  <inkml:trace contextRef="#ctx0" brushRef="#br0" timeOffset="33341.85">19252 4784 0,'29'0'31,"59"0"-15,-29 29-1,-59 89 1,-88-1 0,29-29-1,147-88 16,-59 0-15,89 0-16,-30 0 16,0 0-16,0 0 0,29-59 15,-58 59-15</inkml:trace>
  <inkml:trace contextRef="#ctx0" brushRef="#br0" timeOffset="34965.3">20543 3786 0,'29'0'16,"59"-59"15,-29 59 0,-88 0 16,-89 0-31,30 59-1,30-59 1,58 29 0,0 30-16,0 58 15,0-87 1,0 28-1,0 60-15,0-30 0,58 59 16,-58-30-16,0 30 0,0-30 16,0 30-1,0-30-15,-58 30 16,58-30-16,-88 1 16,88-30-16,0-29 15,-59-1-15,59 1 16,117-59-1,1 0 1,28 0 0,30-59-16,1 59 15,28-117-15</inkml:trace>
  <inkml:trace contextRef="#ctx0" brushRef="#br0" timeOffset="35811.5">21306 4637 0,'-59'0'0,"59"29"31,0 89-31,0-60 16,0 31-1,30-89 16,28 0-15,-58-30-16,118-29 0,-118 1 16,29 58-1,-29-88-15,59 88 16,-59 29 15,0 30-15,0-1-16,0 1 15,58-59-15,-58 88 0,59-88 16,-59 59 0</inkml:trace>
  <inkml:trace contextRef="#ctx0" brushRef="#br0" timeOffset="36449.86">22069 4813 0,'-59'0'0,"118"0"31,0 0-31,-1 0 16,1 0-1,0 0-15,0 0 16</inkml:trace>
  <inkml:trace contextRef="#ctx0" brushRef="#br0" timeOffset="37713.94">22861 4314 0,'-29'0'47,"29"118"-47,-88-30 15,88 0-15,-59 29 0,59-29 16,0 0-1,0-29-15,0 0 16,59-1-16,0-58 0,-1 0 16,1 0-1</inkml:trace>
  <inkml:trace contextRef="#ctx0" brushRef="#br0" timeOffset="38079.75">23008 4872 0,'-59'-59'0,"89"-29"31,58-29-16,-88 87-15,117-58 16,-117 30-16,59-31 16,-88 148 46,29 59-62,0-30 16,0 0-16,-59-30 15,59 1-15,0 0 16,0 29-16</inkml:trace>
  <inkml:trace contextRef="#ctx0" brushRef="#br0" timeOffset="38366.58">23302 4666 0,'-30'30'62,"-58"28"-46,88 1 0,0 0 15,88-59-31,-29 0 0,-30 0 16</inkml:trace>
  <inkml:trace contextRef="#ctx0" brushRef="#br0" timeOffset="38685.58">23595 4784 0,'0'-59'47,"88"59"-47,-29 0 16,0 0-16,-1 0 15</inkml:trace>
  <inkml:trace contextRef="#ctx0" brushRef="#br0" timeOffset="38944.71">23977 4578 0,'0'59'47,"0"29"-32,0 0 1,0-29 0</inkml:trace>
  <inkml:trace contextRef="#ctx0" brushRef="#br0" timeOffset="39235.9">24035 4432 0,'59'0'0,"0"0"15,-1 29-15,1 30 16,-59 58-16,59-29 16,-59 0-16,0 0 15,0-29-15,-30 0 16,-28 29-16,-1-88 0</inkml:trace>
  <inkml:trace contextRef="#ctx0" brushRef="#br0" timeOffset="39873.68">24505 4079 0,'29'0'46,"-29"59"-46,118 88 16,-60 58 0,-58-29-16,88 89 15,-88-89-15,0 0 0,-88-29 16,88-1-16,-58-87 16</inkml:trace>
  <inkml:trace contextRef="#ctx0" brushRef="#br0" timeOffset="40820.6">21159 4373 0,'0'-59'16,"-58"59"15,-1 59-15,59 0-16,-88 58 15,88 30-15,-118-1 16,118-28-16,0 58 0,0-29 0,0-59 15,59 29-15,0-58 32,0-59-32</inkml:trace>
  <inkml:trace contextRef="#ctx0" brushRef="#br0" timeOffset="43387.63">25385 4578 0,'0'88'78,"0"-29"-62,0-30-16,59 59 15,-59-29-15,0 29 16</inkml:trace>
  <inkml:trace contextRef="#ctx0" brushRef="#br0" timeOffset="43572.05">25297 4842 0,'30'0'31,"87"0"-16,-88 0 1,89 0 0</inkml:trace>
  <inkml:trace contextRef="#ctx0" brushRef="#br0" timeOffset="44090.82">25972 4079 0,'0'-58'0,"-29"58"31,-59 117-15,88-29-16,-88 59 0,88-30 16,0 59-16,0-58 31,0 29-31,0-59 15,0-30-15,29-58 16,-29 59-16,88-59 16,-29 0-16</inkml:trace>
  <inkml:trace contextRef="#ctx0" brushRef="#br0" timeOffset="44489.16">25972 4608 0,'0'88'31,"59"0"-15,-59-30 0,29-58 15,-29-29-15,59 29-16,-59-88 15,59 88 1,-59-59-16,58 59 15,1 59 17,-59 0-17,0-1-15,0 1 16,0 0-16,0 0 16</inkml:trace>
  <inkml:trace contextRef="#ctx0" brushRef="#br0" timeOffset="44727.66">26530 4842 0,'59'0'32,"29"0"-17,29 59 1</inkml:trace>
  <inkml:trace contextRef="#ctx0" brushRef="#br0" timeOffset="45541.73">27322 4255 0,'0'-58'0,"-29"58"31,-30 58-15,59 60-16,-117 29 15,117-30 1,0 30-16,-88-30 0,88 30 16,0-88-16,58-1 15,30 1 1,1-59-1</inkml:trace>
  <inkml:trace contextRef="#ctx0" brushRef="#br0" timeOffset="45889.28">27234 4872 0,'0'-59'16,"0"0"-16,59 59 15,29-117-15,-29 58 16,-1 1 0,1-1-16,0 0 15,-59 147 32,0 30-47,-30-30 16,30 0-16,0 0 15,-58 29-15,58-29 16,0-29-16,-59-59 16,59 88-16</inkml:trace>
  <inkml:trace contextRef="#ctx0" brushRef="#br0" timeOffset="46175.77">27674 4842 0,'59'0'0,"0"0"31,-59 30 1,-88-30-32,88 59 15,-59-59 1,59 58-16,88-58 31,-29 0-15</inkml:trace>
  <inkml:trace contextRef="#ctx0" brushRef="#br0" timeOffset="46426.82">28027 4784 0,'-30'0'16,"89"0"-1,88 0 1,-89 0-1</inkml:trace>
  <inkml:trace contextRef="#ctx0" brushRef="#br0" timeOffset="46784">28379 4637 0,'58'0'31,"1"29"-16,-59 30 1,-29-59 0,29 59-16,-88-59 15,88 58-15,-59-58 16,59 59 0,59-59-1,-1 0-15,1 0 16,29 0-1</inkml:trace>
  <inkml:trace contextRef="#ctx0" brushRef="#br0" timeOffset="47103.17">28643 4432 0,'59'0'16,"-59"29"-16,58 30 15,-58-1 1,59 1-16,-59 0 0,0-1 0,0 1 15,-29 0-15,-30 0 16,0-1 0,-29 1-1,59-59-15</inkml:trace>
  <inkml:trace contextRef="#ctx0" brushRef="#br0" timeOffset="47594.16">28790 3991 0,'0'-58'15,"29"58"1,59 58-16,29 60 15,-58 28-15,-59 31 0,0-60 16,0 59 0,0-29-16,-117 29 0,58-29 15,-29-30-15,59-117 16</inkml:trace>
  <inkml:trace contextRef="#ctx0" brushRef="#br0" timeOffset="48238.76">29435 4490 0,'0'59'15,"0"0"1,0-1-16,0 1 16,0 0-16,0-1 0,0 31 15</inkml:trace>
  <inkml:trace contextRef="#ctx0" brushRef="#br0" timeOffset="48423.55">29171 4784 0,'59'0'31,"-1"0"-15,30 0-16,-29 0 15,0 0-15,0 0 16</inkml:trace>
  <inkml:trace contextRef="#ctx0" brushRef="#br0" timeOffset="48774.95">29905 4813 0,'0'-29'0,"29"29"31,30 0-15</inkml:trace>
  <inkml:trace contextRef="#ctx0" brushRef="#br0" timeOffset="48907.13">30169 4754 0,'117'0'47,"-87"0"-32</inkml:trace>
  <inkml:trace contextRef="#ctx0" brushRef="#br0" timeOffset="49045.31">30550 4725 0</inkml:trace>
  <inkml:trace contextRef="#ctx0" brushRef="#br0" timeOffset="49308.6">30609 4754 0,'59'0'16,"29"0"-16,0 0 15,29-29-15,-29 29 16,-29 0-1,0 0-15</inkml:trace>
  <inkml:trace contextRef="#ctx0" brushRef="#br0" timeOffset="49495.62">31079 4490 0,'0'30'16,"-59"28"0,59 1-1,0 29-15,-88 0 0,88 30 16</inkml:trace>
  <inkml:trace contextRef="#ctx0" brushRef="#br0" timeOffset="51777.87">31401 4167 0,'0'-29'16,"30"-59"-1,28 88 32,-58-59-47,59 59 16,-88 59 46,-59 29-62,29 59 16,-29 58-16,88-29 15,-59-29-15,59-29 0,0-30 16,0 29-16,59-58 16,-59-1-1,88-58-15,0 88 0,0-88 16,-29 0 0</inkml:trace>
  <inkml:trace contextRef="#ctx0" brushRef="#br0" timeOffset="52346.33">31489 4637 0,'0'29'31,"0"59"-31,0-29 16,0 0-1,89-118 32,-89 0-31,58 1-16,-58-1 0,59 59 31,-59 29 0,0 30-15,0 0-16,0-30 16,59 59-16,-59-29 15</inkml:trace>
  <inkml:trace contextRef="#ctx0" brushRef="#br0" timeOffset="52665.18">31930 4608 0,'0'58'32,"58"-58"-17,-58 59-15,88-59 16</inkml:trace>
  <inkml:trace contextRef="#ctx0" brushRef="#br0" timeOffset="53575.68">31930 4754 0,'88'0'31,"-30"-29"-15,1 29-1,0 0-15,0 0 0,-177 0 63,89 0-63,-30 0 16,0 0-16,1 0 15,58 29 32,29-29-47,30 0 16</inkml:trace>
  <inkml:trace contextRef="#ctx0" brushRef="#br0" timeOffset="53884.53">32106 4725 0,'-30'0'0,"89"0"15</inkml:trace>
  <inkml:trace contextRef="#ctx0" brushRef="#br0" timeOffset="54790.46">32517 4549 0,'-59'0'0,"59"59"16,-59-59-1,59 58 1,0 1-16,0 0 31,30-59-15,58 0-1,29 0-15,-117-30 16,29 30-16,-29-58 16,0-1-1,-58 59 1,-1 0 0,0 0-16,-29 0 31,88 88-31,0 0 0</inkml:trace>
  <inkml:trace contextRef="#ctx0" brushRef="#br0" timeOffset="55300.13">32693 4226 0,'0'117'0,"29"-28"16,-29-1-16,117 29 15,-117-58-15,0-30 16,0 30-16,0-1 15,0 1-15,-117-59 16</inkml:trace>
  <inkml:trace contextRef="#ctx0" brushRef="#br0" timeOffset="56371.37">32517 3522 0,'29'0'47,"59"0"-47,0 0 16,29 0-16,-87 0 15,29 0 1,58 0-1,-58 29 1,-59 30 0,0 29-1,0-30-15,0 1 16,0 29 0,58 30-16,-58-30 0,59 58 15,-59-28-15,117 87 16,-117-29-16,88 30 0,-88-30 15,0-59-15,0 30 16,0-59 0,-58-29-16,-30 0 15,0-59-15,0 117 0,0-117 0,-30 59 16,59-59-16,1 0 31</inkml:trace>
  <inkml:trace contextRef="#ctx0" brushRef="#br0" timeOffset="65103.87">21423 5400 0,'-58'-59'0,"87"59"125,30-58-109,-1 58-16,30 0 16,-29 0-1</inkml:trace>
  <inkml:trace contextRef="#ctx0" brushRef="#br0" timeOffset="65245.48">21365 5459 0,'0'59'32,"29"-59"-17,88 0 17,-29 0-32</inkml:trace>
  <inkml:trace contextRef="#ctx0" brushRef="#br0" timeOffset="94096.87">14908 7191 0,'59'0'78,"0"0"-78,-1 0 16,1 0-16,29 0 16,-88 58-1</inkml:trace>
  <inkml:trace contextRef="#ctx0" brushRef="#br0" timeOffset="94227.4">14938 7602 0,'29'0'32,"30"0"-32,-1-30 0,1 30 15,0 0 1</inkml:trace>
  <inkml:trace contextRef="#ctx0" brushRef="#br0" timeOffset="94643.63">15877 7220 0,'-30'0'0,"30"59"16,0-1-1,0 1-15,0 0 0,0 0 0,30-1 32,58-58-17,-29 0 1,-59-29-16,88 29 15,-88-147-15,0 88 16,0 30-16,0-30 0,-30-29 16,-28 88-1,-1 0-15,29 0 16,30 30-16,-58-30 16,58 117-16,0-29 15</inkml:trace>
  <inkml:trace contextRef="#ctx0" brushRef="#br0" timeOffset="101737.99">16141 7514 0,'0'58'78,"0"1"-62,59-59-1,-59 88-15,58-88 0,1 59 16</inkml:trace>
  <inkml:trace contextRef="#ctx0" brushRef="#br0" timeOffset="102140.05">16493 7484 0,'0'30'31,"0"58"-15,59-30-1,-59 1 17,58-59-17,-58-29-15,59 29 16,-59-59-16,59 59 15,-59-59-15,59 59 32,-59 30-17,0 58 1,0 0 0,58-88-16,-58 58 15</inkml:trace>
  <inkml:trace contextRef="#ctx0" brushRef="#br0" timeOffset="102366.68">17109 7748 0,'118'0'31,"-30"-58"-15,-30 58-16,1 0 16</inkml:trace>
  <inkml:trace contextRef="#ctx0" brushRef="#br0" timeOffset="102696.56">17462 7484 0,'0'-58'31,"58"58"-16,1-59-15,0 59 0,-59-88 16,117 88-16,-117-59 16,0 118 31,-59 29-47,59 0 15,0 29-15,0-29 16,-58 0-16,58-29 0,0 0 15,0 0 1</inkml:trace>
  <inkml:trace contextRef="#ctx0" brushRef="#br0" timeOffset="102967.64">17902 7572 0,'-30'30'47,"-58"28"-16,88 1-16,59-59 17,29 0-32,-29 0 15</inkml:trace>
  <inkml:trace contextRef="#ctx0" brushRef="#br0" timeOffset="104084.37">18401 7396 0,'29'0'47,"59"0"-47,-29 0 15,-1 0-15,30 0 16,-29 0 0</inkml:trace>
  <inkml:trace contextRef="#ctx0" brushRef="#br0" timeOffset="104321.5">18577 7191 0,'0'117'47,"0"-29"-32,0-29 1,0 0-16,0 29 0,0-30 15</inkml:trace>
  <inkml:trace contextRef="#ctx0" brushRef="#br0" timeOffset="105037.72">19604 6927 0,'59'0'15,"-1"0"1,-58 29-16,0 59 31,0-29-31,0 29 16,-117 29-16,58-58 15,0 0-15,118-59 32,0 0-17,29 0-15,0 0 16,0 0-1,29 0-15</inkml:trace>
  <inkml:trace contextRef="#ctx0" brushRef="#br0" timeOffset="105690.65">20836 6398 0,'0'-59'0,"-29"59"63,-59 0-48,88 59-15,-59-59 16,59 147-1,0-59-15,-88 0 16,88 59-16,0-30 16,0 59-16,0 59 0,59-29 15,-59-60-15,0-58 16,0-29-16,0 0 16,0 0-16,0-1 15,0-28 1,0 28-1,88-58 1,29-29-16,-28-30 16</inkml:trace>
  <inkml:trace contextRef="#ctx0" brushRef="#br0" timeOffset="107466.35">21394 6897 0,'-59'0'16,"59"59"15,30-59 16,58-59-31,-30 0-1,-58-58 1,0 58 0,0 147 15,0 0-15,0 1-1,-29-1-15,29 58 16,0-28-16,-59 29 15,59-89-15,0 1 0,0 0 32</inkml:trace>
  <inkml:trace contextRef="#ctx0" brushRef="#br0" timeOffset="107770.49">21629 7073 0,'59'0'16,"-1"-58"-16,1 58 31,-118 29 0,1-29-15,-31 88-16,1-29 15,88-1 1,0 1 0,59-59-1,59 0-15,-30 0 16,0 0-16</inkml:trace>
  <inkml:trace contextRef="#ctx0" brushRef="#br0" timeOffset="108215.05">22186 7132 0,'0'59'16,"0"29"15,0 0-31,59-88 31,0-59 1,-59 0-32,59 59 0,-59-58 15,58 58 32,-58 29-31,0 30-16,59-1 0,-59 1 15</inkml:trace>
  <inkml:trace contextRef="#ctx0" brushRef="#br0" timeOffset="111932.07">22098 5312 0,'0'-59'93,"0"1"-30,-88-1-32,88 88 32,88 30-48,-88 0 1,0-1-16,0 1 15,0-29-15,59-30 0,-59 58 16</inkml:trace>
  <inkml:trace contextRef="#ctx0" brushRef="#br0" timeOffset="112379.68">22216 5459 0,'58'0'94,"31"0"-79,-31 0-15,30 0 16,0 0-16,0 0 16,30 59-16,-30-59 0,0 0 15,0 0-15,29 58 16,-29-58-16,0 0 16,0 0-16,-29 0 15,0 0-15,-1 0 16,-58-29 15,-29-30 0</inkml:trace>
  <inkml:trace contextRef="#ctx0" brushRef="#br0" timeOffset="113498.48">23155 7396 0,'-29'0'32,"87"-59"14,1 59-30,0 0-16,-1 0 31,1 0-31,0 0 16,-89 0 15,-28 0-31,-1 0 16,0 0-16,1 0 15,-1 0 1,-29 0-16,88 30 31,59-30-15,-1 0 0</inkml:trace>
  <inkml:trace contextRef="#ctx0" brushRef="#br0" timeOffset="114241.16">24123 6750 0,'-58'0'32,"-30"30"-17,88 28 1,-118 89-16,60 0 15,58-30-15,-89 30 16,89-59-16,0-29 0,30-59 16,-30 88-16,147-88 15,-89 0 1,1 59-16,0-59 0,-1 0 16</inkml:trace>
  <inkml:trace contextRef="#ctx0" brushRef="#br0" timeOffset="114695.67">24153 7220 0,'0'-59'63,"117"59"-63,-117-58 0,88 58 15,-88-88-15,59 29 16,-59-29 0,0 29-1,-30 88 17,30 30-17,-58 29-15,58 30 16,0-1-16,0-29 0,-88 30 15,88-30 1,0-30-16,0 1 0</inkml:trace>
  <inkml:trace contextRef="#ctx0" brushRef="#br0" timeOffset="115193.42">24387 7308 0,'59'0'78,"0"0"-31,-59 29-47,-29-29 31,-30 59-15,59 0 31,59-59-32,-59 59 1,58-59-16,1 0 15,0 58 1,-1-58 0,1 0-16</inkml:trace>
  <inkml:trace contextRef="#ctx0" brushRef="#br0" timeOffset="115514.57">24857 7308 0,'29'0'47,"30"0"-31,0 0-16,-1 0 0,1 0 31</inkml:trace>
  <inkml:trace contextRef="#ctx0" brushRef="#br0" timeOffset="115716.16">25239 7132 0,'58'0'31,"-58"59"-31,0-1 16,0 1-16,59 0 15,-59 0-15,0-1 16</inkml:trace>
  <inkml:trace contextRef="#ctx0" brushRef="#br0" timeOffset="115988.31">25473 6721 0,'118'59'15,"-60"58"1,1-29-16,0 30 0,-59-30 16,0 0-16,0 29 15,-59 30-15,-58 29 16,-59-29-16,88-147 0</inkml:trace>
  <inkml:trace contextRef="#ctx0" brushRef="#br0" timeOffset="117598.3">26207 7308 0,'59'0'63,"-59"-29"-48,88 29 1,-30 0 0,1 0-16,29 0 0,-147 0 62,-29 29-46,30-29-1,58 59 1</inkml:trace>
  <inkml:trace contextRef="#ctx0" brushRef="#br0" timeOffset="118733.87">27146 6604 0,'-59'29'47,"59"30"-32,-58 29-15,58 29 16,-118 89-16,118-30 15,-88-29-15,88-59 16,0-30-16,30-58 16,58 118-16,-30-118 0,30 0 15,-29 0 1,0 0-16,-30 0 0</inkml:trace>
  <inkml:trace contextRef="#ctx0" brushRef="#br0" timeOffset="119137.35">27293 7103 0,'0'-59'47,"59"59"-47,-59-59 15,88 59-15,-88-88 16,117 29-16,-117 1 0,0-1 31,0 118 16,0-1-47,-29 1 16,29 0-1,0 29-15,0-29 0,0-1 16,-59 1-16,59 0 16,0 29-16</inkml:trace>
  <inkml:trace contextRef="#ctx0" brushRef="#br0" timeOffset="119456.09">27704 6985 0,'-30'0'79,"-28"118"-79,-30-60 15,88 1 1,29-59-1,30 0 1,-1 0 0,1 59-16</inkml:trace>
  <inkml:trace contextRef="#ctx0" brushRef="#br0" timeOffset="119718.07">27850 7161 0,'59'0'31,"0"0"-31,29 0 16,-29-29 15</inkml:trace>
  <inkml:trace contextRef="#ctx0" brushRef="#br0" timeOffset="120202.53">28232 6956 0,'59'0'47,"-59"59"-32,0 58 1,-30-117 0,30 29-16,0 30 31,59-59-16,0 0 1,-1 0-16,1 0 16,0 0-16,-59-29 15</inkml:trace>
  <inkml:trace contextRef="#ctx0" brushRef="#br0" timeOffset="120480.3">28408 6692 0,'59'0'31,"29"58"-31,0 30 0,-29 30 15,-1-30-15,-58 0 16,0 0-16,0 29 16,-29-28-16,-59 28 15,-30-29-15,30-29 0,-29-59 16</inkml:trace>
  <inkml:trace contextRef="#ctx0" brushRef="#br0" timeOffset="121751.26">29641 7191 0,'0'-30'47,"58"30"-31</inkml:trace>
  <inkml:trace contextRef="#ctx0" brushRef="#br0" timeOffset="121907.13">29875 7161 0,'59'0'47</inkml:trace>
  <inkml:trace contextRef="#ctx0" brushRef="#br0" timeOffset="122163.58">30316 7103 0,'117'0'31</inkml:trace>
  <inkml:trace contextRef="#ctx0" brushRef="#br0" timeOffset="125561.91">30785 6985 0,'30'0'250</inkml:trace>
  <inkml:trace contextRef="#ctx0" brushRef="#br0" timeOffset="125849.54">30726 7015 0,'30'0'47,"29"0"-47,29 0 16,-30 0 0,-87 0 15,-30 0-16,1 0-15,-1 0 16,-29 0 0</inkml:trace>
  <inkml:trace contextRef="#ctx0" brushRef="#br0" timeOffset="126230.18">31460 6985 0,'-59'0'31,"59"30"-15,0 58-1,0-30 1,59-58 0,59 0-1,-118-58 1,29 58-16,-29-88 15,-29-30 1,-30 118-16,-29 0 16,0 0-16,29 0 0,0 30 15</inkml:trace>
  <inkml:trace contextRef="#ctx0" brushRef="#br0" timeOffset="127709.65">31754 6163 0,'-59'0'16,"118"0"62,58 0-62,-29-58-1,-29 58 1,-59 29 15,58-29-31,-58 147 0,59-30 16,-59 118-16,88 29 15,-88-29-15,0-59 16,0 30-16,0-89 16,0-29-16,59-29 15,-59-1-15,0 1 16,-59-59-1,0 0 1,-29 0-16,-58 0 16,58 0-16,0 0 0,29 0 15</inkml:trace>
  <inkml:trace contextRef="#ctx0" brushRef="#br0" timeOffset="137360.68">14703 9099 0,'59'0'62,"-1"0"-46,30 0-1,-29 0-15</inkml:trace>
  <inkml:trace contextRef="#ctx0" brushRef="#br0" timeOffset="137491.09">14703 9333 0,'29'0'16,"30"0"-1,0 0 1,-1 0-16</inkml:trace>
  <inkml:trace contextRef="#ctx0" brushRef="#br0" timeOffset="137918.35">15525 9069 0,'-30'0'15,"30"30"-15,0 58 0,0 29 32,0-58-32,59-59 31,29 0-31,0-59 15,-88 0-15,0 1 16,0-1 0,0 0-16,0 1 15,0-1-15,-59 59 16,1 29 31,58 89-47,29-118 31</inkml:trace>
  <inkml:trace contextRef="#ctx0" brushRef="#br0" timeOffset="138081.76">15759 9187 0,'0'58'15,"0"1"1,0 59-1,0-30 1,59-88 0,-59 58-16,59-58 15</inkml:trace>
  <inkml:trace contextRef="#ctx0" brushRef="#br0" timeOffset="138445.4">16141 9480 0,'0'30'15,"0"-1"1,88 59 15,-29-88-15,-59-29-1,88 29-15,-88-118 16,58 118-16,-58-29 0,59 29 62,-59 117-62</inkml:trace>
  <inkml:trace contextRef="#ctx0" brushRef="#br0" timeOffset="138694.07">16904 9333 0,'-59'0'0,"89"0"31,28 0-16,1 0-15,0 0 16,-1 0-16,1 0 16</inkml:trace>
  <inkml:trace contextRef="#ctx0" brushRef="#br0" timeOffset="139059.23">17285 9187 0,'0'-30'15,"0"89"32,0 0-47,0 29 16,-58 29-16,58-58 16,0 0-16,-59-1 15,59 1-15,0 0 16</inkml:trace>
  <inkml:trace contextRef="#ctx0" brushRef="#br0" timeOffset="139343.34">17373 9422 0,'0'29'78,"-58"-29"-78,58 59 16,0-1 15,29-58-31,89 0 16,-60 0-1</inkml:trace>
  <inkml:trace contextRef="#ctx0" brushRef="#br0" timeOffset="140376.25">18019 9568 0,'29'0'16,"30"-29"0,29 29-16,30 0 0,-30 0 15,0 0 1,-30 0-16,1-59 16</inkml:trace>
  <inkml:trace contextRef="#ctx0" brushRef="#br0" timeOffset="140561.85">18313 9363 0,'0'59'31,"0"-1"-15,0 1-16,29 29 15,-29 29-15,0-29 16,0 1-16</inkml:trace>
  <inkml:trace contextRef="#ctx0" brushRef="#br0" timeOffset="141762.07">19486 8952 0,'30'0'32,"29"0"-17,-30 0 17,-29 59-32,0-1 15,-88 60-15,-30-30 0,60 29 16,58-87-1,-59 58-15,59 0 16,0-30 0,29-58-1,1 0-15,87 0 16,-29 0 0,0 0-16,-29-29 15,0 29-15</inkml:trace>
  <inkml:trace contextRef="#ctx0" brushRef="#br0" timeOffset="142382.4">20748 8776 0,'0'-118'0,"-29"60"16,-59 58 15,0 0-15,0 88-1,88-59-15,0 88 16,0-28 0,0-1-16,0 58 0,0-58 15,0 30-15,59 29 16,-59-1-16,0-58 15,58 0-15,-58-29 16,0 0-16,0 29 16,59-88 31</inkml:trace>
  <inkml:trace contextRef="#ctx0" brushRef="#br0" timeOffset="143310.06">20925 9187 0,'0'-30'31,"0"-28"-15,29 58-16,-29-88 15,88 88 1,-88-147-16,59 147 0,-59-118 15,0 60 1,0 87 15,0 59-15,0 0-16,0 0 16,-30 30-1,30-30-15,0 0 0,-88 0 16,88-29-16,0-1 15,-29-58-15,29 59 0</inkml:trace>
  <inkml:trace contextRef="#ctx0" brushRef="#br0" timeOffset="143648.14">21159 9069 0,'30'0'16,"28"0"0,-58 30 30,-58-30-30,58 88-16,-59-88 16,59 58-1,0 30-15,0-29 32,59-59-17,-59 59-15,117-59 16</inkml:trace>
  <inkml:trace contextRef="#ctx0" brushRef="#br0" timeOffset="143998.07">21570 9245 0,'0'59'31,"0"0"-15,59-59 15,0 0-31,29-59 16,-30 59 15,-58-59-15,30 59-1,-30 30 1,0 28 0,0 31-16</inkml:trace>
  <inkml:trace contextRef="#ctx0" brushRef="#br0" timeOffset="144665.84">22656 9245 0,'-29'0'0,"87"0"32,1 0-17,0 0-15,-1 0 16,-87 0 31,-30 0-47,-29 0 15,30 0 1,-1 0-16,59 59 31,59-59-15,58 0-16,-58 0 16,29 0-16,-88 59 31,-59-59-31</inkml:trace>
  <inkml:trace contextRef="#ctx0" brushRef="#br0" timeOffset="145802.1">23742 8688 0,'59'0'31,"-89"0"31,-29 0-46,-29 0 0,30 0-1,-60 0 1,89 0-16,29 29 31,0 30-31,0-1 16,0 31-1,0-1-15,0 58 16,29-28-16,-29 29 0,0-30 16,0 30-16,0-30 15,-29 1-15,29-30 16,0-30-16,0 1 16,88-59 15,0 0-16,29 0-15,-58 0 16</inkml:trace>
  <inkml:trace contextRef="#ctx0" brushRef="#br0" timeOffset="146908.26">24211 8864 0,'0'29'62,"-58"30"-62,58 29 16,-88 59-16,88-59 0,0 29 31,0-58-31,0-30 0,0 30 16,29-59-1,-29 59 1,59-59-16</inkml:trace>
  <inkml:trace contextRef="#ctx0" brushRef="#br0" timeOffset="147313.69">24358 9128 0,'0'-59'16,"88"1"-1,0-60 1,-29 118-16,-59-88 15,59 88-15,-59-59 0,-30 89 47,30 28-31,-88 31-16,88 28 16,0-29-16,-58 0 15,58-29-15,0-1 16,0 1-16,-59-59 15,59 88-15</inkml:trace>
  <inkml:trace contextRef="#ctx0" brushRef="#br0" timeOffset="147610.18">24622 9099 0,'59'0'15,"0"0"17,-59 29-1,-30-29-31,-28 59 15,-1-1 1,59 1 0,0 0-1,59-59 1,-1 0-16</inkml:trace>
  <inkml:trace contextRef="#ctx0" brushRef="#br0" timeOffset="147921.28">25033 9275 0,'59'0'47,"0"0"-47,-1 0 16,1 0-16,-30 0 15,30 0 1</inkml:trace>
  <inkml:trace contextRef="#ctx0" brushRef="#br0" timeOffset="148132.07">25415 9099 0,'0'88'47,"0"-59"-32,0 30-15,0-1 16,58 1-16</inkml:trace>
  <inkml:trace contextRef="#ctx0" brushRef="#br0" timeOffset="148371.16">25591 8864 0,'88'0'31,"0"88"-31,-88-29 16,88 29-16,-88 0 15,0-30-15,0 30 16,-59 1-16,-58 28 0,29-117 16</inkml:trace>
  <inkml:trace contextRef="#ctx0" brushRef="#br0" timeOffset="148953.01">26442 8981 0,'0'-58'0,"0"87"32,0 30-17,0 29-15,0 0 16,0-30-16,0 1 15,0 29 1</inkml:trace>
  <inkml:trace contextRef="#ctx0" brushRef="#br0" timeOffset="149106.68">26207 9157 0,'88'0'47,"0"0"-32,0 0-15,-29 0 16,0 0-16</inkml:trace>
  <inkml:trace contextRef="#ctx0" brushRef="#br0" timeOffset="150440.16">27146 8805 0,'0'29'63,"-59"30"-63,59 0 16,-58 29-1,58 29-15,-59-29 0,59 30 16,0 29-16,-88-1 15,88-58-15,0-29 16,29-59-16,30 0 16</inkml:trace>
  <inkml:trace contextRef="#ctx0" brushRef="#br0" timeOffset="150805">27234 9157 0,'0'-58'15,"30"58"-15,-30-59 16,88 59-16,-88-88 15,88 88-15,-88-88 16,0 29 0,0 118 15,-30 0-15,30 58-16,0-29 15,0 0-15,0-29 0,-58-1 31,58 1-31,0 29 16</inkml:trace>
  <inkml:trace contextRef="#ctx0" brushRef="#br0" timeOffset="151070.59">27674 9128 0,'0'29'63,"-58"-29"-48,58 59-15,-88-59 0,88 59 31,29-59-15,30 58 0,-1-58-16</inkml:trace>
  <inkml:trace contextRef="#ctx0" brushRef="#br0" timeOffset="151332.62">27938 9216 0,'30'0'15,"29"0"-15,-1-29 16,1 29-16,29 0 16</inkml:trace>
  <inkml:trace contextRef="#ctx0" brushRef="#br0" timeOffset="151602.91">28349 9069 0,'59'0'31,"0"0"-15,-59 30-16,0-1 31,-30-29-31,30 59 15,-58-59-15,58 58 16,58-58 0,1 0-16,0 0 15,-1 0 1,1 0-16</inkml:trace>
  <inkml:trace contextRef="#ctx0" brushRef="#br0" timeOffset="151820.24">28702 8834 0,'29'0'16,"30"0"-16,-1 30 0,-58 29 15,118-1 1,-118 1-16,0 0 0,0 29 0,-88 29 31,29-29-31,-58 30 0,28-118 16</inkml:trace>
  <inkml:trace contextRef="#ctx0" brushRef="#br0" timeOffset="152287.31">29641 9011 0,'0'58'31,"0"1"-15,0 0-1,0-1-15,0-28 0,0 28 16,0 60-1</inkml:trace>
  <inkml:trace contextRef="#ctx0" brushRef="#br0" timeOffset="152468.64">29435 9157 0,'59'0'31,"29"0"-15,59 0-16,-59 0 16,0 0-16,0 0 15,-30 0-15</inkml:trace>
  <inkml:trace contextRef="#ctx0" brushRef="#br0" timeOffset="152701.85">30316 9099 0,'88'0'15,"0"0"1,29 0 0</inkml:trace>
  <inkml:trace contextRef="#ctx0" brushRef="#br0" timeOffset="153323.54">30668 9099 0,'0'-30'0,"88"30"47</inkml:trace>
  <inkml:trace contextRef="#ctx0" brushRef="#br0" timeOffset="153448.5">30961 9099 0,'0'-30'47,"59"30"-47,0 0 0,-1 0 16</inkml:trace>
  <inkml:trace contextRef="#ctx0" brushRef="#br0" timeOffset="153659.48">31049 9099 0,'59'0'16,"0"0"0,-1 0-16,1 0 15,29-30 1</inkml:trace>
  <inkml:trace contextRef="#ctx0" brushRef="#br0" timeOffset="153801.46">31284 8952 0,'-29'0'16,"29"29"15,0 59-15,0-29-16,29 0 15,-29-1-15</inkml:trace>
  <inkml:trace contextRef="#ctx0" brushRef="#br0" timeOffset="154159.78">31548 9040 0,'0'59'32,"0"-1"-32,88-58 31,0 0-16,-29-29 1,-59-59 0,-59 29-1,-29 59 1,88 59 15</inkml:trace>
  <inkml:trace contextRef="#ctx0" brushRef="#br0" timeOffset="155060.1">31842 8424 0,'0'-59'31,"58"59"-15,30 0 15,-29 0-31,0 59 32,-59-1-17,0 1-15,0 58 0,0-29 16,88 59-1,-88-29-15,0-30 0,59-30 16,-59 60 0,0-89-1,-30 59 1,-58-88 15,29 59-15,-87-59-1,87 59-15</inkml:trace>
  <inkml:trace contextRef="#ctx0" brushRef="#br0" timeOffset="156050.47">32253 8394 0,'0'-59'31,"0"1"32,29 58 109,118 0-157,-89 0-15,1 0 0,0 0 16,29 0 0,-88-59 30,0 88 17,0 59-47,0-29-1,58 0-15,-58 0 16,0 29-16,0 29 15,0 0-15,0 30 16,0-29-16,0 28 16,0-58-16,0 1 0,0-1 15,0 0-15,0 29 16,0-58 0,0 29-1,-29-88-15,-59 0 0,-59 59 16,1-59-16,28 0 15,30 0-15,29 0 16</inkml:trace>
  <inkml:trace contextRef="#ctx0" brushRef="#br0" timeOffset="181168.01">31079 9627 0,'-59'0'172,"59"59"-157,-59-59 17,59 58-17,-58-58 1,-1 0 0,59 59-16,-59-59 15,59 29 16,-59-29-31,1 0 16,-1 89 15,0-89-15,1 0 0,-1 0-1,59 58-15,-59-58 16,-29 0-1,30 0 1,-1 59 0,0-59-16,0 0 15,1 0 1,-1 0 0,59 59-1,-88-59-15,0 0 16,0 0-1,88 58 1,-59-58-16,1 0 16,-1 59-1,-29-59 1,29 59 0,-58-59-1,29 0 1,0 0-1,88 58-15,-88-58 16,-30 0 0,89 0-1,-88 0-15,28 0 32,31 0-32,-30 0 15,0 0 1,88 59-1,-88-59-15,-30 0 16,89 0 0,-30 0-16,-58 0 15,29 0 1,29 0-16,0 0 16,-29 0-1,0 0 1,-58 0-1,58 0 1,0 0 0,-1 0-16,31 0 15,-30 0 1,0 0 15,-30 0-15,30-59-1,30 59 1,-1-58 0,0 58-1,59-59-15,-59 59 16,1-59 0,-1 59-1,0 0 1,1 0-1,58-58-15,-59 58 16,0 0 0,1 0 15,58-59 16,-59 88 109,59 30-140,0 0 15,-59-59 0,1 0 0,58-59-31,0 0 16,0 1 0,0-1 15,88 59-15,-30 0-1,-28 0 1,87 59-16,-29-59 0,59 58 0,-89-58 15</inkml:trace>
  <inkml:trace contextRef="#ctx0" brushRef="#br0" timeOffset="182734.4">14644 11594 0,'-58'0'0,"146"0"62,-88 58-62,88-58 16,-30 0-1,30 0 1,-88 59-16</inkml:trace>
  <inkml:trace contextRef="#ctx0" brushRef="#br0" timeOffset="182881.48">14703 11946 0,'-59'0'0,"89"0"31,58 0-15,-30 0 0,1 0-16</inkml:trace>
  <inkml:trace contextRef="#ctx0" brushRef="#br0" timeOffset="183314.39">15583 11682 0,'-29'0'47,"29"29"-47,0 59 31,29-29-15,118-59-1,-59 0-15,0 0 0,-29-30 16,-59-28 0,117-1-16,-117 0 15,0 1-15,0-30 16,-29 88-16,-30 0 16,0 0-16,-29 0 0,30 0 15,-1 29-15,59 30 16,0-1-1,0 1-15,0-30 0,0 30 32</inkml:trace>
  <inkml:trace contextRef="#ctx0" brushRef="#br0" timeOffset="183499.43">16082 11770 0,'0'29'16,"0"30"15,0 0-15,59-59-16,29 58 16</inkml:trace>
  <inkml:trace contextRef="#ctx0" brushRef="#br0" timeOffset="183832.25">16464 11887 0,'0'30'16,"0"28"-1,0 1 1,58-59 15,1-59-15,-59 30 0,59 29-16,0 0 46,-59 59-30,0-1 0,58 30-16</inkml:trace>
  <inkml:trace contextRef="#ctx0" brushRef="#br0" timeOffset="184106.02">17021 11887 0,'59'0'32,"0"0"-32,29 0 15,0 0 1,0-59-16</inkml:trace>
  <inkml:trace contextRef="#ctx0" brushRef="#br0" timeOffset="184630.32">17432 11682 0,'59'0'62,"-59"-59"-15,59 59 47,-1 0-79,-58-59-15,59 1 16,-59-1 0,-29 88 30,29 30-30,0 29 0,0 0-16,0 29 0,-88-28 15,88-1-15,0-30 0,0 1 16,0 0 0</inkml:trace>
  <inkml:trace contextRef="#ctx0" brushRef="#br0" timeOffset="184905.36">17843 11740 0,'0'30'62,"0"58"-46,0-29 15,59-59 0,-1 0-31,1 0 16</inkml:trace>
  <inkml:trace contextRef="#ctx0" brushRef="#br0" timeOffset="185299.54">18635 11799 0,'30'0'16,"28"0"-16,31 0 15,-1 0 1,-30-29-16,1 29 0,0 0 15,-1 0 1</inkml:trace>
  <inkml:trace contextRef="#ctx0" brushRef="#br0" timeOffset="185475.17">18841 11682 0,'0'-30'0,"0"89"31,0 0-15,0-1-16,0 31 0,29-1 15,-29 0-15</inkml:trace>
  <inkml:trace contextRef="#ctx0" brushRef="#br0" timeOffset="185909.18">19281 11652 0,'0'-58'16,"29"58"15,30 0-16,0 29-15,-59 59 32,0-29-32,0 29 0,-30 29 15,30-58-15,-58-59 16,58 29-16,117-29 31,-29 0-31,0 0 16,59-29-16,-59-30 15</inkml:trace>
  <inkml:trace contextRef="#ctx0" brushRef="#br0" timeOffset="187085.64">20719 10919 0,'-59'0'47,"-87"58"-31,87-58-16,0 88 15,59-29 1,-58 0-16,58 29 0,0 29 16,0-87-16,0 28 0,0 60 15,0-30-15,29 0 16,-29 0 0,0 59-16,0-30 15,0 30-15,0-59 16,0 0-16,0-29 0,0-1 15,0 1 1,59-59-16,29 0 16</inkml:trace>
  <inkml:trace contextRef="#ctx0" brushRef="#br0" timeOffset="187650.64">20983 11711 0,'30'0'47,"-30"-29"-47,88 29 0,-88-118 16,58 60-16,-58-1 16,0 0-16,0 30 15,0-30 1,0 88 15,0 60-31,0-1 16,0 0-16,0 0 15,0 29 1,0-29-16,0-29 16,0 0-16,0-30 15</inkml:trace>
  <inkml:trace contextRef="#ctx0" brushRef="#br0" timeOffset="187934.24">21277 11594 0,'58'-59'16,"1"59"-1,0 0 1,-59 29 15,-59 59-15,0-88-16,-29 118 0,88-60 31,-29-58-31,29 30 16,59-30-1,-1 0 1,1 0-16</inkml:trace>
  <inkml:trace contextRef="#ctx0" brushRef="#br0" timeOffset="188309.56">21570 11740 0,'29'30'31,"-29"28"-15,59 1 15,29-88 0,-29-59-15,0 29 0,-59 118 15,0 58-16,0-58 1</inkml:trace>
  <inkml:trace contextRef="#ctx0" brushRef="#br0" timeOffset="189343.27">22509 11623 0,'-58'0'0,"116"88"46,30-88-30,0 0-16,-29 0 16,0 0-16,-1 0 15,-87 0 17,-30 0-17,1 0-15,-1 59 16,0-59-16,147 0 47</inkml:trace>
  <inkml:trace contextRef="#ctx0" brushRef="#br0" timeOffset="190893.88">23801 10977 0,'0'-58'15,"-30"58"32,-87 0-31,87 0-16,-58 29 15,30-29-15,-1 59 16,0 58 0,59-58-16,0-30 15,0 88-15,0 1 16,0 29-16,0 29 15,0 59-15,0-59 16,0-59-16,0 1 0,-58-30 16,58 0-1,0-30-15,0 1 16,29-59 0,30 0-1,29 0-15,0-29 16</inkml:trace>
  <inkml:trace contextRef="#ctx0" brushRef="#br0" timeOffset="191428.08">24211 11594 0,'-58'0'16,"-1"29"-16,59 88 31,0-58-31,0-30 0,0 30 16,88 29-16,0-88 15,-29 0 1,-1 0-16,-58-88 16,89 29-16,-89 1 15,0-1-15,0-29 16,-59 88 0,0 0-16,-29 0 15,0 0-15,29 0 16,59 29-16,0 59 15,0-29-15</inkml:trace>
  <inkml:trace contextRef="#ctx0" brushRef="#br0" timeOffset="191775.73">24916 11476 0,'0'30'31,"0"28"-15,0 1-16,0 0 15,0-1 1,0 1-16,0-30 16,0 30-1</inkml:trace>
  <inkml:trace contextRef="#ctx0" brushRef="#br0" timeOffset="191994.37">24769 11711 0,'59'0'31,"-1"0"-15,30 0-1,30 0 1,-118 29-16</inkml:trace>
  <inkml:trace contextRef="#ctx0" brushRef="#br0" timeOffset="192706.74">25503 11564 0,'-30'0'0,"118"-29"31,-29 29-15,0-59-16,-1 1 16,-58-1-1,-29 59 17,29 29-17,-59 30-15,59 0 16,0-1-1,0 30-15,0-29 0,0 29 16,0 0 0,0-29-16</inkml:trace>
  <inkml:trace contextRef="#ctx0" brushRef="#br0" timeOffset="192891.72">25444 11917 0,'29'0'31,"59"0"-15,0 0-16,30 0 0,-1 0 0,-29-59 31</inkml:trace>
  <inkml:trace contextRef="#ctx0" brushRef="#br0" timeOffset="193201.05">26324 11682 0,'88'0'47,"-29"0"-47,29-59 16,-29 59-16,0 0 15,29 0 1,-88-59 0</inkml:trace>
  <inkml:trace contextRef="#ctx0" brushRef="#br0" timeOffset="193363.25">26618 11506 0,'0'29'47,"0"30"-47,0-30 15,0 88-15,0-58 16,0 0-16</inkml:trace>
  <inkml:trace contextRef="#ctx0" brushRef="#br0" timeOffset="193559.79">27175 11594 0,'0'-59'16,"118"59"-1,-59 0 1,-1 0-16</inkml:trace>
  <inkml:trace contextRef="#ctx0" brushRef="#br0" timeOffset="193677.45">27528 11535 0,'58'0'31,"1"0"-16,29 0 1</inkml:trace>
  <inkml:trace contextRef="#ctx0" brushRef="#br0" timeOffset="193788.49">28056 11535 0,'59'0'15,"-1"0"1</inkml:trace>
  <inkml:trace contextRef="#ctx0" brushRef="#br0" timeOffset="194060.74">28555 11564 0,'29'0'0,"89"0"15,-30 0 1,0-29-16,-30 29 15,1 0-15,0 0 16</inkml:trace>
  <inkml:trace contextRef="#ctx0" brushRef="#br0" timeOffset="194234.58">28907 11359 0,'0'29'31,"0"30"-15,0 29-16,0 59 15,0-30-15,0-29 16,-88 0-16</inkml:trace>
  <inkml:trace contextRef="#ctx0" brushRef="#br0" timeOffset="195564.76">29641 11212 0,'-59'0'16,"88"0"31,30-29-31,0 29-16,-59-59 15,117 59 1,-117-88-16,59 29 15,-89 59 17,30 30-17,-58 28 1,58 30-16,0 0 16,-118 59-16,118 29 15,-88-29-15,88-59 16,0 30-16,-58-60 15,58 1-15</inkml:trace>
  <inkml:trace contextRef="#ctx0" brushRef="#br0" timeOffset="195845.8">29846 11476 0,'0'30'63,"0"58"-48,-29-88-15,29 58 16,-59-58-16,59 59 15,0 0 1,59-59 0,-1 0-1,1 0-15,0 0 16</inkml:trace>
  <inkml:trace contextRef="#ctx0" brushRef="#br0" timeOffset="196571.94">30697 11329 0,'59'0'0,"0"0"15,-59 30-15,0 29 16,0 29-16,0 29 15,0-29-15,0 0 16,-89 0-16,31 0 16,-1-88-16</inkml:trace>
  <inkml:trace contextRef="#ctx0" brushRef="#br0" timeOffset="197104.11">29611 11300 0,'-29'0'16,"-30"59"-1,1 29 1,58 0-16,-118 59 16,118-30-16,0-29 0,0-29 15,59-59-15,58 59 0,-29-59 16</inkml:trace>
  <inkml:trace contextRef="#ctx0" brushRef="#br0" timeOffset="197899.76">31196 11388 0,'-29'0'31,"29"88"-15,0 0-1,0 0-15,0-29 16,0 0-16,0 29 16</inkml:trace>
  <inkml:trace contextRef="#ctx0" brushRef="#br0" timeOffset="198066.45">31108 11652 0,'29'0'46,"59"0"-30</inkml:trace>
  <inkml:trace contextRef="#ctx0" brushRef="#br0" timeOffset="198502.99">31519 11388 0,'117'0'16,"-117"-59"0,30 59-1,-30-117-15,58 117 0,-58-88 16,0 0 0,-29 117 30,29 30-46,0 29 16,0 29-16,0-28 16,-59-1-16,59 0 15,0-30-15,0 1 0,0 0 16</inkml:trace>
  <inkml:trace contextRef="#ctx0" brushRef="#br0" timeOffset="198735.47">31871 11388 0,'0'-59'0,"-59"148"47,-58-31-32,117 1 1,0 0 15,88-59-31,-59 0 16,89 0-16</inkml:trace>
  <inkml:trace contextRef="#ctx0" brushRef="#br0" timeOffset="199437.48">32370 11241 0,'59'30'16,"-1"87"-1,-58-58 1,0 0-16,0 29 15,0-30-15,-88 1 16,30 0-16,-1-59 16</inkml:trace>
  <inkml:trace contextRef="#ctx0" brushRef="#br0" timeOffset="199955.17">31460 11271 0,'-59'0'0,"-29"58"15,88-28 1,-88 87-16,88-29 15,0 0-15,88 30 16,0-60-16,0-58 16,30 59-16,-30-59 15</inkml:trace>
  <inkml:trace contextRef="#ctx0" brushRef="#br0" timeOffset="200742.58">32663 10713 0,'30'0'47,"58"0"-31,0 0-1,-88 29-15,59 59 16,-59 1-16,0-1 16,0 58-16,0 30 15,-30 30-15,30-30 16,-88-88-16,88-29 15,0 0-15,-59-1 16,1 1 0,-30-59-1,88 59 1,-88-59-16</inkml:trace>
  <inkml:trace contextRef="#ctx0" brushRef="#br0" timeOffset="212513.08">30051 11652 0,'30'0'62,"29"0"-31,-1 0 16,-58 59-15,59-59-17</inkml:trace>
  <inkml:trace contextRef="#ctx0" brushRef="#br0" timeOffset="213147.97">30374 11359 0,'59'0'32,"-30"0"-17,-29 59 17,0-1-17,0 30 1,0 0-1,-88 0 1,88-58 0,30-30 15,87 0-15,-58 88-1,-1-88-15</inkml:trace>
  <inkml:trace contextRef="#ctx0" brushRef="#br0" timeOffset="213973.21">30140 11711 0,'29'0'109,"-29"-59"-109,59 59 16,-89 0 62,-28 0-62,-1 0-1,0 0 16,88 0 16</inkml:trace>
  <inkml:trace contextRef="#ctx0" brushRef="#br0" timeOffset="-214467.11">31959 11535 0,'-59'0'31,"89"0"32,28 0-47,1 0-1,29 0-15</inkml:trace>
  <inkml:trace contextRef="#ctx0" brushRef="#br0" timeOffset="-214263.17">32253 11329 0,'0'30'32,"88"29"-17,-88-1-15,0 30 16,0-29-16</inkml:trace>
  <inkml:trace contextRef="#ctx0" brushRef="#br0" timeOffset="-209316.84">14292 13443 0,'29'0'0,"30"0"16,0 0-1</inkml:trace>
  <inkml:trace contextRef="#ctx0" brushRef="#br0" timeOffset="-209157.68">14292 13560 0,'0'59'31,"29"-59"0,30 0-15,0 0-16,-1 0 0</inkml:trace>
  <inkml:trace contextRef="#ctx0" brushRef="#br0" timeOffset="-208441.9">15143 13414 0,'-29'0'15,"29"58"-15,-59 30 16,59-29 0,29-59-16,59 0 31,0 0-16,30 0 1,-118-88-16,0 0 16,0 29-1,-88 59 1,29 0-16,30 0 16,-30 0-16,59 30 46,59-30-30</inkml:trace>
  <inkml:trace contextRef="#ctx0" brushRef="#br0" timeOffset="-208257.98">15378 13531 0,'0'59'15,"0"-1"1,59 1 0,-1 0-1,1-1 1</inkml:trace>
  <inkml:trace contextRef="#ctx0" brushRef="#br0" timeOffset="-207919.18">15671 13736 0,'0'30'15,"0"28"1,0 1 15,59-59-15,0 0-1,-59-59 1,58 59 0,-58-58-16,0 116 46,0 31-14,30-89-32,-30 58 15</inkml:trace>
  <inkml:trace contextRef="#ctx0" brushRef="#br0" timeOffset="-207657.31">15994 13766 0,'88'0'31,"-29"0"-16,29 0-15,-29 0 16,-1 0-16,-58-30 16</inkml:trace>
  <inkml:trace contextRef="#ctx0" brushRef="#br0" timeOffset="-207256.75">16376 13766 0,'29'0'31,"30"-30"-31,-1 30 16,1-117-16,0 117 15,-59-88-15,59 88 16,-59-59-16,-30 59 47,30 118-47,0-60 15,0 1-15,0-30 16,0 30-16,-59 29 16,59-58-16,0 87 15</inkml:trace>
  <inkml:trace contextRef="#ctx0" brushRef="#br0" timeOffset="-206974.19">16699 13766 0,'58'-59'16,"1"59"-1,0 0 1,-118 59 31,0-59-47,1 58 31,58 1-15,29-59-16,30 0 15,-1 59-15,1-59 16,0 0-16</inkml:trace>
  <inkml:trace contextRef="#ctx0" brushRef="#br0" timeOffset="-206575.6">17608 13766 0,'30'0'32,"58"0"-17,0 0-15,0 0 16,-30 0-16,1-59 15</inkml:trace>
  <inkml:trace contextRef="#ctx0" brushRef="#br0" timeOffset="-206409.96">17755 13590 0,'0'29'31,"29"118"-15,-29-89 0,0 1-16,0-29 0,0 28 15,59-58-15</inkml:trace>
  <inkml:trace contextRef="#ctx0" brushRef="#br0" timeOffset="-205999.05">18342 13502 0,'59'0'32,"-59"29"-17,0 59 16,0 0-15,-30-88-16,30 59 16,30-59-1,28 0 1,1 0-16,0 0 16,29 0-16,0 0 0</inkml:trace>
  <inkml:trace contextRef="#ctx0" brushRef="#br0" timeOffset="-204741.32">19398 13149 0,'0'-58'16,"-58"58"-1,-60 0 17,1 29-32,58-29 15,59 88 1,-58-29-16,58-1 0,0 1 16,0 29-1,-88 30-15,88-30 16,0 0-16,0 0 0,0 29 15,0-29-15,58 0 16,-58-29-16,30-59 16,-30 88-16,117-88 15,-29 0-15,-29 0 16,-1 0 0</inkml:trace>
  <inkml:trace contextRef="#ctx0" brushRef="#br0" timeOffset="-203991.52">19428 13736 0,'29'-58'31,"89"58"-15,-30-118-16,-30 60 15,1 58-15,-59-88 16,59 29 0,-89 59-1,30 29 1,-58 30-1,58 29-15,0 0 16,0 0 0,0-29-16,0-1 0,0 31 15,0-31 1,-59-58 0</inkml:trace>
  <inkml:trace contextRef="#ctx0" brushRef="#br0" timeOffset="-203688.51">19897 13707 0,'59'0'16,"-118"0"46,59 59-62,-88-59 0,88 58 16,0 1 15,59-59-31,0 0 16,-1 0-16,1 0 0</inkml:trace>
  <inkml:trace contextRef="#ctx0" brushRef="#br0" timeOffset="-203321.41">20250 13736 0,'0'30'32,"0"28"-17,58-58 1,30 0 31,-29-29-32,0 29 1,-59-59-16,58 59 16,-58 30-1,59 28 1,-59 1-16</inkml:trace>
  <inkml:trace contextRef="#ctx0" brushRef="#br0" timeOffset="-202075.3">21365 13824 0,'29'0'31,"30"0"-16,-1 0-15,1 0 0,0 0 16,-89 0 31,-58 0-47,0 0 16,30 0-16,-1 0 15,147 0 16,0 0-31</inkml:trace>
  <inkml:trace contextRef="#ctx0" brushRef="#br0" timeOffset="-200258.78">22920 13149 0,'29'0'31,"-87"0"141,-1 0-156,-58 0-1,29 59 1,-30-59-16,1 117 0,58-117 0,59 30 16,-59-30-1,59 59-15,89 29 16,-31-88-1,30 0-15,-29 58 16,0-58-16,-1 59 16,-58 0-1,0 29 1,-58-30 0,-30 1-16,29 29 0,0-29 0,59 0 15,-88-1-15,88 30 31,0-29-31,59-59 16,0 0 0,29 0-1,0 0-15,29 0 16,-29 0-16,59-29 0,-59 29 16</inkml:trace>
  <inkml:trace contextRef="#ctx0" brushRef="#br0" timeOffset="-199691.16">22597 14676 0,'0'29'16,"0"59"-1,0 0 1,0-29-1</inkml:trace>
  <inkml:trace contextRef="#ctx0" brushRef="#br0" timeOffset="-199517.01">22597 14470 0,'0'30'31,"30"-30"-31</inkml:trace>
  <inkml:trace contextRef="#ctx0" brushRef="#br0" timeOffset="-199200.09">22979 14617 0,'88'0'31,"0"0"-15,-29 0-16,29 0 15</inkml:trace>
  <inkml:trace contextRef="#ctx0" brushRef="#br0" timeOffset="-199030.34">23155 14822 0,'29'0'16,"30"0"-16,-30 0 15,30 0-15</inkml:trace>
  <inkml:trace contextRef="#ctx0" brushRef="#br0" timeOffset="-198802.43">23478 14793 0,'0'29'32,"117"-29"-17,0 0 1,-28 0 0,-89-58-16,0-1 15,-59 0 1,0 59-1,-29 0-15,0 0 0,29 0 16,59 30-16,-58-30 16</inkml:trace>
  <inkml:trace contextRef="#ctx0" brushRef="#br0" timeOffset="-197214.22">31489 12210 0,'-58'0'16,"116"0"15,60 0-15,-30 0 0,0 0-16,0 0 15,-29 0-15,-1 0 16</inkml:trace>
  <inkml:trace contextRef="#ctx0" brushRef="#br0" timeOffset="-197077.72">31489 12533 0,'59'0'31,"0"0"-15,0 0-16,-1 0 15,1 0-15</inkml:trace>
  <inkml:trace contextRef="#ctx0" brushRef="#br0" timeOffset="-193582.3">22157 12856 0,'0'-30'63,"29"30"-63,-29-58 0,59-30 15,-59 0 1,88 29 0,-88-58-1,0 146 48,0 30-63,0-1 15,0 30 1,0 30-16,-59-60 0,59 1 16,0 0-1,0 29 1</inkml:trace>
  <inkml:trace contextRef="#ctx0" brushRef="#br0" timeOffset="-193277.45">22392 12709 0,'59'0'16,"-30"0"-1,-88 88 32,1-29-31,58 0-1,0-1 17,29-58-17,59 0-15</inkml:trace>
  <inkml:trace contextRef="#ctx0" brushRef="#br0" timeOffset="-192831.71">22685 12826 0,'30'0'16,"58"-29"0,-59 29-16,88 0 15,-58 0 16</inkml:trace>
  <inkml:trace contextRef="#ctx0" brushRef="#br0" timeOffset="-192579.72">23096 12680 0,'0'29'62,"0"30"-62,0-1 16,0 1-16,0 0 15</inkml:trace>
  <inkml:trace contextRef="#ctx0" brushRef="#br0" timeOffset="-191578.31">23624 13766 0,'59'0'32,"0"-30"-32,0 30 0,29-88 15,0-29-15,-88 58 16,-30 59 31,30 59-32,0 88 1,0-59 0,0-30-1,30-58-15,58 0 16</inkml:trace>
  <inkml:trace contextRef="#ctx0" brushRef="#br0" timeOffset="-191393.64">24006 13208 0,'0'59'63,"29"-59"-63</inkml:trace>
  <inkml:trace contextRef="#ctx0" brushRef="#br0" timeOffset="-190378.33">24446 12885 0,'30'0'235,"-1"0"-220,30 0-15,-1 0 16,1 0 0,0 0-16,-1 0 15,-58 59 32,0 0-47,0 29 16,0 29-16,0 30 15,0-30-15,118 30 16,-60 0-16,-58-30 16,118-58-16,-118 0 15,0 29 1,-88-30-16,-30-58 16,-58 0-16</inkml:trace>
  <inkml:trace contextRef="#ctx0" brushRef="#br0" timeOffset="-103093.93">14439 15292 0,'29'0'32,"-58"0"77,-30 0-78,88 0 32,59 0-48,1 0 1,-31 0 0</inkml:trace>
  <inkml:trace contextRef="#ctx0" brushRef="#br0" timeOffset="-102901.64">14497 15527 0,'59'0'63,"29"0"-48,-29 0-15,0 0 16</inkml:trace>
  <inkml:trace contextRef="#ctx0" brushRef="#br0" timeOffset="-102343.21">15583 15351 0,'-29'0'0,"-59"0"16,88 59-16,0 29 15,0-30 17,29-58-17,30 0-15,29 0 16,-29-29-16,-1 29 15,-58-88-15,59 88 16,-59-118-16,0 30 16,-29 88-1,29-58-15,-88 58 0,29 0 16,-29 0-16,29 0 16,59 29-16,-58-29 15,58 88-15,0-29 16</inkml:trace>
  <inkml:trace contextRef="#ctx0" brushRef="#br0" timeOffset="-102127.39">15818 15410 0,'-29'0'15,"29"58"-15,0 1 16,29-59 0,-29 88-1,59-88-15,-59 59 0,88-59 16,-29 0 0</inkml:trace>
  <inkml:trace contextRef="#ctx0" brushRef="#br0" timeOffset="-101743.02">16141 15468 0,'59'30'31,"-59"28"-15,0 1-1,0 0 1,58-59 31,-58-30-47,59 30 0,-59-58 15,59 58 17,-1 0-1,-58 88-31,0 0 31</inkml:trace>
  <inkml:trace contextRef="#ctx0" brushRef="#br0" timeOffset="-101476.16">16699 15850 0,'88'0'16,"-30"0"-16,1 0 15,0 0-15,-1 0 16</inkml:trace>
  <inkml:trace contextRef="#ctx0" brushRef="#br0" timeOffset="-101108.15">17197 15703 0,'59'-59'0,"88"1"16,-88 58 0,-1-118-16,30 30 15,-88 29 1,0 118 31,0 0-32,0 0-15,0-1 16,0 1-16,0 0 16,0-1-16,0 1 15,0 0-15</inkml:trace>
  <inkml:trace contextRef="#ctx0" brushRef="#br0" timeOffset="-100808.08">17902 15586 0,'58'0'31,"1"0"-31,-88 29 47,-30-29-47,0 88 16,1-88-1,58 59 1,58-59-1,89 0 1,-29 0-16,-30 0 0</inkml:trace>
  <inkml:trace contextRef="#ctx0" brushRef="#br0" timeOffset="-98896.35">19222 15674 0,'30'0'62,"28"0"-46,1 0-16,0 0 16,-1 0-16,1 0 15,0-30-15,0 30 16</inkml:trace>
  <inkml:trace contextRef="#ctx0" brushRef="#br0" timeOffset="-98689.33">19457 15468 0,'0'30'47,"0"28"-47,0 1 0,0 29 0,0 0 16,0 30-1,0-1 1</inkml:trace>
  <inkml:trace contextRef="#ctx0" brushRef="#br0" timeOffset="-97439.9">20220 15233 0,'30'0'15,"58"0"1,29 0-1,-58 59 1,-59-30 0,0 30-16,0 0 15,-118 58-15,1-29 16,29 0-16,29-88 16,59 59-16,29-59 46,60 0-46,57 0 0,-58 0 16,0-59-16</inkml:trace>
  <inkml:trace contextRef="#ctx0" brushRef="#br0" timeOffset="-96724.53">21511 15057 0,'0'-58'16,"0"-1"15,-29 59-31,-30 0 16,-29 29 0,30 59-1,58-29-15,0 58 16,0-29-1,0 30-15,0 29 16,0-30-16,0-29 0,0-29 16,29 0-16,-29-1 15,0 1-15,0 29 16,0-29 0,0-1-1</inkml:trace>
  <inkml:trace contextRef="#ctx0" brushRef="#br0" timeOffset="-96280.89">21805 15556 0,'29'-58'16,"59"-1"15,30-29-31,-118-30 16,0 89-1,-30 117 32,30 0-47,0 0 16,-88 0-16,88 30 15,0-30 1,-58-30-16,58 1 0,0 29 16</inkml:trace>
  <inkml:trace contextRef="#ctx0" brushRef="#br0" timeOffset="-95969.79">22040 15498 0,'58'0'16,"1"0"15,-59 29 0,-29-29-15,-59 59-16,58-59 0,30 58 15,-58-58-15,58 59 16,58 0 15,30-59-31,0 0 16,-29 0-16</inkml:trace>
  <inkml:trace contextRef="#ctx0" brushRef="#br0" timeOffset="-95624.96">22451 15586 0,'-59'0'0,"59"88"47,0-30-31,29-58 0,-29 30-1,59-30 1,29 0-1,-88-59-15,59 59 16,-1 0 0,1 29 15,-59 30-15</inkml:trace>
  <inkml:trace contextRef="#ctx0" brushRef="#br0" timeOffset="-93936.34">23478 15791 0,'-59'0'31,"88"0"0,30 0-31,0 0 31,-1 0-31,30 0 16,-176 0 47,30 0-63,-1 0 0,0 0 0,1 0 31,87 0 0,30 0-31,29 0 16</inkml:trace>
  <inkml:trace contextRef="#ctx0" brushRef="#br0" timeOffset="-91051.54">24798 15263 0,'30'0'47,"58"-30"-31,0-58-1,0 0 1,-88 0-16,0 30 31,0 87 0,0 30-15,0-1 0,0 30-16,0 0 15,-59 0-15,59 30 16,0-59-16,0-30 0,0 88 31</inkml:trace>
  <inkml:trace contextRef="#ctx0" brushRef="#br0" timeOffset="-90724.84">25180 15321 0,'0'-58'16,"59"58"-16,-1 0 15,-87 0 32,-30 29-31,-29 30-16,88 0 15,0-1 1,30-58 0,28 0-1,1 59-15,0-59 16,-1 0-16</inkml:trace>
  <inkml:trace contextRef="#ctx0" brushRef="#br0" timeOffset="-90273.36">25943 14911 0,'-88'58'31,"88"1"-31,-59 29 16,59 0-1,0 29-15,0-28 0,0-1 16,29-30-16,-29 1 16,89-59-16,-89 59 15,88-59-15</inkml:trace>
  <inkml:trace contextRef="#ctx0" brushRef="#br0" timeOffset="-89079.53">26178 15263 0,'29'0'16,"30"-30"0,29-58-1,0 0 1,-88 30-16,0-30 16,0 29 15,0 88 0,0 30-31,0 0 16,-59-1-1,59 1-15,0 0 16,0-1-16,0-28 0,-59 58 16,59-29-16,0-30 15,0 30 1</inkml:trace>
  <inkml:trace contextRef="#ctx0" brushRef="#br0" timeOffset="-88691.46">26471 15116 0,'59'0'32,"-59"29"30,0 30-46,-30-59-16,30 59 15,-58-59-15,58 58 16,29-58 15,-29 59-31,88-59 0,0 0 31</inkml:trace>
  <inkml:trace contextRef="#ctx0" brushRef="#br0" timeOffset="-88261.14">26853 15292 0,'0'-59'62,"88"59"-46,0 0-1,29 0-15,-58 0 16</inkml:trace>
  <inkml:trace contextRef="#ctx0" brushRef="#br0" timeOffset="-88045.86">27381 15116 0,'0'29'15,"0"30"1,0 0-1,0-1-15,0 31 16</inkml:trace>
  <inkml:trace contextRef="#ctx0" brushRef="#br0" timeOffset="-87814.17">27557 14881 0,'88'0'31,"-29"30"-31,-1-30 16,-58 146-16,118-87 15,-118 29-15,0 0 0,0 30 16,-59-1-16,-58 59 15,29-176-15</inkml:trace>
  <inkml:trace contextRef="#ctx0" brushRef="#br0" timeOffset="-87038.82">25062 15938 0,'-58'0'0,"87"0"47,118 0-47,29 0 16,59 0 0,-1 0-16,-57 0 15,-1 0-15,-30 0 16,-28 0-16,-30 0 15,-29 0-15,29 0 16</inkml:trace>
  <inkml:trace contextRef="#ctx0" brushRef="#br0" timeOffset="-86648.37">26148 16173 0,'59'0'31,"0"0"-31,29 58 16,-88 1 0,0 29-1,-59 30 1,0-118-1,59 29-15,88-29 32,0 0-17,30 0-15,-30 0 0,0-29 16</inkml:trace>
  <inkml:trace contextRef="#ctx0" brushRef="#br0" timeOffset="-85371.25">28320 14881 0,'29'0'15,"59"0"1,0 0 0,-29 0-1,-59 118 63,0-60-62,59-58 0,-59 88-1,0-29-15,59 0 16,-59-1-16,0 31 16,88 57-16,-88-28 0,0 28 15,0-28-15,0 29 16,0-59-16,0-30 0,0 30 31,-88-88-15,29 59-1,-29-59 1,29 0-16,0 59 16,-29-59-16</inkml:trace>
  <inkml:trace contextRef="#ctx0" brushRef="#br0" timeOffset="-47860.8">13353 16290 0,'-59'0'47,"118"-29"0</inkml:trace>
  <inkml:trace contextRef="#ctx0" brushRef="#br0" timeOffset="-47700.65">13324 16349 0,'-59'0'0,"59"59"16,0-1 15,29 1-16</inkml:trace>
  <inkml:trace contextRef="#ctx0" brushRef="#br0" timeOffset="-47549.46">13294 16760 0,'0'58'16,"0"1"31,0 0-32,59-59 1,-59 59-16,59-59 16</inkml:trace>
  <inkml:trace contextRef="#ctx0" brushRef="#br0" timeOffset="-47417.85">13412 17141 0,'-59'0'0,"0"0"15,59 59 32,30-59-47,-30 59 16</inkml:trace>
  <inkml:trace contextRef="#ctx0" brushRef="#br0" timeOffset="-46194.69">16258 16202 0,'0'-117'0,"-29"117"32,29 29 15,0 30-47,0-1 15,29 1-15,-29 0 16,0 0-16,0 29 15</inkml:trace>
  <inkml:trace contextRef="#ctx0" brushRef="#br0" timeOffset="-45913.83">16170 16496 0,'-29'0'0,"29"58"16,0 1 0,88 58-1,-29-117 1,-1 0 0,-28 0-16,87 0 15,-117-29-15,59 29 16,-59-117-16,0 58 31</inkml:trace>
  <inkml:trace contextRef="#ctx0" brushRef="#br0" timeOffset="-45192.7">15172 17171 0,'-58'0'16,"-60"58"0,118 60-1,0-30 1,118-88-1,-60 0 1,1 0-16,0-29 16,-59-30-16,59 0 15,-59 0-15,0 1 16,0-1-16,0 0 16,-30 59-16,-58 0 15,88 59 16,0 29-15</inkml:trace>
  <inkml:trace contextRef="#ctx0" brushRef="#br0" timeOffset="-45019.93">15319 17317 0,'0'59'15,"0"0"16,88 0-15,0-59 0,30 0-1,-89 0 1</inkml:trace>
  <inkml:trace contextRef="#ctx0" brushRef="#br0" timeOffset="-44722.93">15759 17435 0,'-58'0'15,"58"59"-15,0-1 16,58-58 15,1 0-31,0 0 0,-1 0 16,1 0-16,-59-58 15,30 58-15,-30-88 0,0 29 16,-59 59 0,0 0-1,0 0-15,30 0 0,-30 0 16,59 59 0,0-1-1</inkml:trace>
  <inkml:trace contextRef="#ctx0" brushRef="#br0" timeOffset="-40353.71">16699 17435 0,'0'-29'78,"29"29"-62,30-59-1,-1 0 1</inkml:trace>
  <inkml:trace contextRef="#ctx0" brushRef="#br0" timeOffset="-40217.11">16904 17229 0,'0'30'47,"0"28"-31</inkml:trace>
  <inkml:trace contextRef="#ctx0" brushRef="#br0" timeOffset="-40093.19">16963 17406 0,'0'58'16,"0"1"15</inkml:trace>
  <inkml:trace contextRef="#ctx0" brushRef="#br0" timeOffset="-38669.76">17990 17083 0,'-30'0'15,"-28"0"1,58 29-16,-59 59 16,59 0-1,59-88 16,-1 0-31,30-29 32,1-59-32,-89-59 15,0 88 1,0 30-16,0-89 16,-89 118-1,31 0 1,58 30-1,0 58 1,0 29 0,29-117-1</inkml:trace>
  <inkml:trace contextRef="#ctx0" brushRef="#br0" timeOffset="-38466.96">18137 17112 0,'0'59'31,"0"-1"-15,0 1-1,58 0 1,60-59 15</inkml:trace>
  <inkml:trace contextRef="#ctx0" brushRef="#br0" timeOffset="-38130.16">18489 17259 0,'0'29'32,"0"0"-32,58-29 47,1 0-32,-30 0 1,30 0-1,0 0 32,-59 59-15</inkml:trace>
  <inkml:trace contextRef="#ctx0" brushRef="#br0" timeOffset="-37100.29">18518 17288 0,'-59'0'16,"59"88"78,0 0-94,0-29 15,30-59 48,58-29-47,-30-89-1,1 59 1,0 59 15,-59 59 0,59-59-15,-59 59-16,0 29 31</inkml:trace>
  <inkml:trace contextRef="#ctx0" brushRef="#br0" timeOffset="-36734.37">19193 17435 0,'-59'0'0,"89"0"47,58 0-47,-30 0 16,1 0-1</inkml:trace>
  <inkml:trace contextRef="#ctx0" brushRef="#br0" timeOffset="-36335.76">19545 17288 0,'30'0'47,"28"-29"-47,89-30 0,-59-58 31,-88 29-15,0 29-1,0 88 32,0 30-31,-29 0-16,29 29 0,0-30 16,0 1-16,-59 0 15,59 0-15,0-1 16,0 1-1</inkml:trace>
  <inkml:trace contextRef="#ctx0" brushRef="#br0" timeOffset="-35973.58">19956 17259 0,'59'0'0,"-59"-59"16,58 59-16,1 0 16,-88 0 46,-30 88-62,0-88 0,59 59 16,0 0 15,30-59-31,-1 0 16,88 0-16,-58 0 15</inkml:trace>
  <inkml:trace contextRef="#ctx0" brushRef="#br0" timeOffset="-35435.32">20690 17259 0,'29'0'47,"30"0"-47,-1 0 0,1 0 16,0 0-1,0 0-15,-1 0 16</inkml:trace>
  <inkml:trace contextRef="#ctx0" brushRef="#br0" timeOffset="-35293.95">20748 17464 0,'30'0'16,"58"0"-1,-29 0-15,-1 0 16</inkml:trace>
  <inkml:trace contextRef="#ctx0" brushRef="#br0" timeOffset="-34254.08">21805 17229 0,'0'-58'16,"-59"58"-16,1 0 15,-1 58 1,59 1 0,0 29-16,117 0 31,-29-88-31,0 0 0,30-29 16,-60 29-1,-58-118-15,88 118 0,-88-88 16,0 30-1,0-1-15,-88-29 16,59 88-16,-88 0 16,29 0-1,29 29-15,59 59 16,0-29-16,0 0 16</inkml:trace>
  <inkml:trace contextRef="#ctx0" brushRef="#br0" timeOffset="-34027.31">22069 17376 0,'0'59'16,"0"0"15,59-59-16,-59 58-15,117-58 0,-58 0 16,-30 0 0</inkml:trace>
  <inkml:trace contextRef="#ctx0" brushRef="#br0" timeOffset="-33747.12">22509 17435 0,'-58'59'15,"58"-1"1,58-58 0,1 0-16,0 0 15,29-29 1,-88-30-1,0 1 1,-88 58-16,0 0 16,-30 0-16,60 0 15,58 29 1</inkml:trace>
  <inkml:trace contextRef="#ctx0" brushRef="#br0" timeOffset="-32385.28">23243 17347 0,'29'0'62,"-29"-30"-46,59 30-16</inkml:trace>
  <inkml:trace contextRef="#ctx0" brushRef="#br0" timeOffset="-32212.05">23507 17024 0,'0'59'62,"0"29"-46,29-88-16</inkml:trace>
  <inkml:trace contextRef="#ctx0" brushRef="#br0" timeOffset="-32090.71">23536 17229 0,'0'59'16</inkml:trace>
  <inkml:trace contextRef="#ctx0" brushRef="#br0" timeOffset="-31264.13">24270 17288 0,'0'59'31,"0"29"-16,0-29 1,29-59 0,30 0-1,-59-30 1,29 30-16,-29-117 16,89 29-1,-89 176 32,0 0-31,58-29-1,-58 29 1</inkml:trace>
  <inkml:trace contextRef="#ctx0" brushRef="#br0" timeOffset="-31026.47">24710 17464 0,'30'0'31,"28"0"-31,1 0 0,0 0 16,-1 0 0,1 0-16,29 0 15</inkml:trace>
  <inkml:trace contextRef="#ctx0" brushRef="#br0" timeOffset="-30665.14">25121 17376 0,'59'0'16,"-59"-88"-16,88 88 0,-88-88 15,59 29 1,-59 1-16,0-1 0,58 0 16,-58 1-16,0-1 15,0 147 32,0 0-47,-29 0 16,29 0-16,0 0 15,0 30-15,0-30 16,0-30-16,0 1 16</inkml:trace>
  <inkml:trace contextRef="#ctx0" brushRef="#br0" timeOffset="-30376.34">25561 17317 0,'59'-58'0,"0"58"32,-118 0 14,0 0-30,1 29-16,58 30 16,58 29 15,1-88-31,0 0 16</inkml:trace>
  <inkml:trace contextRef="#ctx0" brushRef="#br0" timeOffset="-30030.17">26090 17317 0,'88'-29'31,"0"29"-15,29 0-16</inkml:trace>
  <inkml:trace contextRef="#ctx0" brushRef="#br0" timeOffset="-29886.99">26090 17464 0,'58'0'15,"1"0"-15,0 0 16,29 0-16,-30 0 16</inkml:trace>
  <inkml:trace contextRef="#ctx0" brushRef="#br0" timeOffset="-29563.89">26618 17376 0,'0'88'15,"0"-29"16,117-59-31,-29 0 16,-29-29 0,-59-30-1,-29 0 1,-30 59-16,-29 0 16,88 59 30</inkml:trace>
  <inkml:trace contextRef="#ctx0" brushRef="#br0" timeOffset="-28734.09">27909 17640 0,'-59'0'15,"89"0"32,28 0-47,1-29 16</inkml:trace>
  <inkml:trace contextRef="#ctx0" brushRef="#br0" timeOffset="-28583.29">28173 17376 0,'30'0'47</inkml:trace>
  <inkml:trace contextRef="#ctx0" brushRef="#br0" timeOffset="-28437.4">28261 17552 0,'0'59'47,"0"0"-31</inkml:trace>
  <inkml:trace contextRef="#ctx0" brushRef="#br0" timeOffset="-27890.46">28731 17288 0,'0'-59'31,"0"118"16,0 0-31,0 0-1,0-1 17,59-58-32,-1 0 15,89-88 1,0-29 0,-89 58-16,-58 118 62,0-1-46,0 1-16,0 0 0,0 0 15,59-59 1</inkml:trace>
  <inkml:trace contextRef="#ctx0" brushRef="#br0" timeOffset="-27606.12">29582 17317 0,'29'0'15,"30"0"-15,0 0 0,29 0 32,0 0-32,-88 30 15</inkml:trace>
  <inkml:trace contextRef="#ctx0" brushRef="#br0" timeOffset="-27458.32">29699 17494 0,'30'0'15,"28"0"-15,1 0 16,0 0-16,-1 0 16,1 0-1</inkml:trace>
  <inkml:trace contextRef="#ctx0" brushRef="#br0" timeOffset="-26838.6">30345 17200 0,'29'0'31,"1"0"-15,58-29-1,-30 29-15,1-88 0,29 0 16,-88 29 0,0 0-16,59 0 15,-59 1-15,-30 146 63,30 0-63,0 29 15,0-29-15,-58 30 16,58-30-16,0 0 16,0 0-16,-59 0 0,59-59 15,0 30 1</inkml:trace>
  <inkml:trace contextRef="#ctx0" brushRef="#br0" timeOffset="-26542.87">30873 17259 0,'59'0'0,"29"0"16,-29 0 15,-118 0 1,-29 0-32,29 88 15,59-29 16,88-59-31,0 0 16,59 0-16,-59 0 16,-29 0-1</inkml:trace>
  <inkml:trace contextRef="#ctx0" brushRef="#br0" timeOffset="-23987.1">29846 16730 0,'0'-29'78,"-29"29"-31,-89 0-47,30 0 15,88-59 1,-88 59-1,30 0-15,-1-58 16,0 58 0,0 0-1,59-59 1,-88 59-16,30 0 16,-1 0-1,0 0 1,1 0-1,-1-59 1,-29 59 0,0 0-1,29-88 1,0 88 0,1 0-1,-60-59 1,30 59-16,0 0 15,0-58 1,-29 58 15,29 0-15,29-59 0,0 59-1,59-59 1,-58 59-16,-1 0 15,59-58 1,-88 58 0,29 0-1,1-59 1,-1 59 0,0 0 62,147 29-31</inkml:trace>
  <inkml:trace contextRef="#ctx0" brushRef="#br0" timeOffset="-23664.99">27704 15967 0,'0'-58'15,"-30"58"1,30-59 15,-88 59-15,-29 0-1,0 59 1,58-59 0,59 88-1,-59-88-15,59 88 16,0 0-1,0-30-15,118 30 0,-60-88 16,1 89-16,58-89 16,-29 88-16,-29-88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2:06:48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8041 2905 0,'-29'0'16,"29"-29"-1,0 58 79,0 30-94,0 0 16,0 58-16,0 59 15,0 0-15,58 30 16,-58-30-16,118 29 16,-30 59-16,0 1 0,0-89 15,0 29-15,-29-58 16,-1-59-16,30 29 16,-88-28-1,88-31-15,-88 1 0,59 0 16,-59-1-1,59-58-15,0 0 63,-1-29-47</inkml:trace>
  <inkml:trace contextRef="#ctx0" brushRef="#br0" timeOffset="399.49">9186 5341 0,'0'59'16,"0"0"0,0 0-16,0-1 15,88 1-15,-88 0 16,117-1-16,-117 1 15,0 0 1,0 0 0,-29-59-16,-30 0 15,-29 58-15,29-58 16,1 0-16,-1 59 16,59 0 15,29-59-31</inkml:trace>
  <inkml:trace contextRef="#ctx0" brushRef="#br0" timeOffset="1230.48">10888 6193 0,'-30'0'0,"-58"29"15,88 59 1,0 0 0,0-29-1,30-59 1,28 0-16,30 0 16,30-29-16,-59-30 15,-1 0-15,-58 0 16,0 1-16,0-1 0,0 0 15,-58-58 1,-1 117-16,0 0 16,0 0-1,1 0-15,58 29 0,0 89 16</inkml:trace>
  <inkml:trace contextRef="#ctx0" brushRef="#br0" timeOffset="1438.94">11328 6310 0,'-59'118'15,"59"-30"-15,0 0 16,30-88-1,-30 58-15,88-58 16</inkml:trace>
  <inkml:trace contextRef="#ctx0" brushRef="#br0" timeOffset="1778.18">11621 6516 0,'0'29'16,"59"30"0,-59-1 15,59-58-31,0 0 15,-59-58 1,88 58-16,-88-59 16,0 118 31,58-59-47,-58 117 15,0-29 1</inkml:trace>
  <inkml:trace contextRef="#ctx0" brushRef="#br0" timeOffset="2061.36">12355 6428 0,'29'0'47,"30"0"-31,0 0-16,0 0 0,-1 0 15,30 0-15</inkml:trace>
  <inkml:trace contextRef="#ctx0" brushRef="#br0" timeOffset="2170.94">12502 6662 0,'29'0'31,"30"0"-16,0 0-15,-1 0 16</inkml:trace>
  <inkml:trace contextRef="#ctx0" brushRef="#br0" timeOffset="5556.14">9186 1467 0,'0'-59'0,"-59"59"32,59-29-1,-59 29-16,59-59 1,-58 59 0,-1 0 15,0 0-15,0 0-1,1 0 1,28 0 15,-58 29 0,30 30 1,-1-59-32,0 59 31,1-59 0,58 59-15,-59-59-1,59 58 1,-59 1 0,59 29-16,-58-88 15,58 59 1,0-1-16,-59-58 15,59 59-15,0 0 32,-59-59-32,59 88 0,0-29 15,0-1 17,0 1-17,0 0 1,0-1 15,0 1-15,29-59-1,-29 59-15,0-30 32,0 30-32,0 0 31,59-59-31,-59 58 15,59 1 1,29 0 15,-29-59-15,-30 0 0,-29 58-1,59-58-15,-1 0 16,1 0-1,0 0 1,29 0 0,29 0-1,-87 0 1,87 0 0,-29 0-1,0 0 1,-29 0-1,-1 0 1,1 0 0,29 0-1,-29 0-15,-1 0 0,1 0 16,0-29-16,0 29 16,29 0-1,0 0 1,0 0-1,29 0 1,-29 0 0,0 0-1,0 0 1,-29 0 0,29 0-16,29 0 31,-58 0-31,29 0 15,-88-59 1,59 59-16,-1 0 31,-28 0-15,-30-58-16,58 58 16,1 0-1,-59-30-15,59 30 16,0-88-16,-1 30 31,-58-1-15,0 0 15,0 0 0,0 30-31,0-30 16,0 1 15,0-1-15,0 0-1,-88 1-15,30-1 16,-1-29 0,0 29-1,0 0 1,1 59-1,58-58 1,-59 58 0,59-59-16,-59 59 15,59-59-15,-58 59 16,-30-58 0,0 58-1,88-59 1,-118 59-16,89 0 0,-118 0 15,88-59 1,1 59-16,-1 0 16,0 0-16,-29-59 15,0 59-15,30 0 16,-1 0-16,0 0 16,0-58-16,1 58 15,-30 0-15,29 0 16,-58 0-16,58 29 15,0-29-15,59 88 0,-88-29 16,88 0-16,-58-1 16</inkml:trace>
  <inkml:trace contextRef="#ctx0" brushRef="#br0" timeOffset="7696.61">13911 5987 0,'-30'0'31,"-29"0"0,59 59-15,0 0-16,0-1 15,0 30 1,59-88 0,59 0-1,-60 0-15,30-29 16,-88-59 0,0 0-1,0 29 1,-58 59-1,-1 0 1,59 59 0</inkml:trace>
  <inkml:trace contextRef="#ctx0" brushRef="#br0" timeOffset="7872.9">14175 6251 0,'0'88'16,"-30"-88"-16,30 89 15,0-31 1,0 1 0,59-59-16,0 0 15,29 0-15</inkml:trace>
  <inkml:trace contextRef="#ctx0" brushRef="#br0" timeOffset="8205.81">14586 6486 0,'-59'0'0,"59"59"31,0 0-15,29-59 0,30 0-16,58 0 15,-29-30 1,-88-28 0,0-30-1,-88 29-15,0 59 31,30 0-15,-1 147 15</inkml:trace>
  <inkml:trace contextRef="#ctx0" brushRef="#br0" timeOffset="9057.85">15818 6134 0,'0'-59'0,"0"118"62,0 58-46,0-58-16,0 0 15,0 58 1,29-117-16,-29 30 16</inkml:trace>
  <inkml:trace contextRef="#ctx0" brushRef="#br0" timeOffset="9245.26">15642 6281 0,'59'0'15,"58"0"1,30 0 0,-30 0-16,-29 0 15</inkml:trace>
  <inkml:trace contextRef="#ctx0" brushRef="#br0" timeOffset="10766.92">16728 5694 0,'59'0'47,"29"58"-31,-30-58-1,-58 118 1,0-59-1,0-1-15,-29 1 16,-30 0-16,1-1 16,58 1-1,58 0 1,60-59 0,-1 0-1,0 0-15,1 0 0,-30 0 16</inkml:trace>
  <inkml:trace contextRef="#ctx0" brushRef="#br0" timeOffset="11428.92">18430 5136 0,'0'-59'0,"-29"59"47,-30 30-47,0 28 16,1 1-16,58 0 15,-59-1-15,59 1 16,0 59-16,-88-1 16,88 30-16,0 29 15,0 0-15,0-29 16,0-30-16,0-29 16,0 0-16,0 30 15,0-60-15,88 1 16,-29-59-1,58 59 1,-58-59-16</inkml:trace>
  <inkml:trace contextRef="#ctx0" brushRef="#br0" timeOffset="13726.94">18723 6075 0,'0'30'47,"0"28"-47,-29 1 15,29 0-15,0-1 0,0 1 16,29-59 0,60-59 15,-31-29-15,-58 30-16,59 58 15,-59-59 1,59 59 15,-59 29-15,0 118-16,0-59 15,58-88 1,-58 59-16</inkml:trace>
  <inkml:trace contextRef="#ctx0" brushRef="#br0" timeOffset="14108.35">19340 5576 0,'29'0'32,"30"0"-17,-59 59 1,0 29-16,0 0 15,-30-88 1,30 59 0,118-59 15,-1 0-31,30 0 16,-59 0-16</inkml:trace>
  <inkml:trace contextRef="#ctx0" brushRef="#br0" timeOffset="15912.32">20367 6281 0,'-59'0'16,"118"0"31,0 0-47,-1 0 15,30 0 1,-29 0-1</inkml:trace>
  <inkml:trace contextRef="#ctx0" brushRef="#br0" timeOffset="16694.5">21277 5635 0,'58'29'47,"-58"59"-32,0 0 1,59-88 31,-59-29-32,88-30-15,-88 1 0,59 58 16,-59-88 0,58 88-16,-58 58 46,0 1-30,0 0-16,0-1 16,0 1-16</inkml:trace>
  <inkml:trace contextRef="#ctx0" brushRef="#br0" timeOffset="17113.62">22245 5224 0,'0'-59'31,"0"147"0,-59 0-15,59 1-16,-58 28 16,58-29-16,0 0 15,0-29-15,0-1 16,0 1-16,88-59 0,-30 88 16,1-88-1</inkml:trace>
  <inkml:trace contextRef="#ctx0" brushRef="#br0" timeOffset="17530.22">22568 5606 0,'-29'0'16,"29"88"15,0 0 1,0-30-17,29-58-15,0 0 31,-29-29-31,88-30 16,-88 1-16,59 58 16,-59-88-16,0 117 47,0 0-32,59 59-15,-59-58 16,0 28-16,58-58 15</inkml:trace>
  <inkml:trace contextRef="#ctx0" brushRef="#br0" timeOffset="17816.09">23184 5752 0,'0'-29'15,"59"29"-15,0 0 16,-1 0-16,1 0 15,0-59-15,-1 59 0,1 0 16,0 0 0</inkml:trace>
  <inkml:trace contextRef="#ctx0" brushRef="#br0" timeOffset="17996.38">23712 5488 0,'59'0'16,"-59"30"-1,0 87 1,0-58 0,0-1-16,30-58 15</inkml:trace>
  <inkml:trace contextRef="#ctx0" brushRef="#br0" timeOffset="18288.05">23947 5107 0,'147'58'16,"-59"1"0,-29 29-16,29 59 15,-88-30-15,0 30 16,0-30-16,0 30 15,-176-29-15,88-60 16</inkml:trace>
  <inkml:trace contextRef="#ctx0" brushRef="#br0" timeOffset="18895.66">21922 6310 0,'-29'0'0,"-30"0"31,-58 0-31,234 0 47,1 0-31,58 0-16,29-59 15,-29 59-15,30 0 16,-89 0-16,59 0 16,-58 0-16,28 0 0,-58 0 0,-29 0 15,-59 30 1,59-30-1</inkml:trace>
  <inkml:trace contextRef="#ctx0" brushRef="#br0" timeOffset="19305.55">22597 6574 0,'30'0'15,"28"0"1,-58 59 0,0 0-1,0-1 1,-29-58-16,29 59 16,-59-59-16,89 0 31,87 59-16,-29-59-15,29 0 0,30 0 16,-29 0-16</inkml:trace>
  <inkml:trace contextRef="#ctx0" brushRef="#br0" timeOffset="19996.27">24740 4960 0,'29'0'16,"30"0"-16,-1 0 16,1 59-16,0-59 15,29 146-15,-29-58 16,-59 0-16,58 59 15,-58 29-15,0 59 16,0-88-16,-29 0 16,29-59-16,0-30 15,0 1-15,-59-59 16,59 88-16,-147 30 16,59-118-16</inkml:trace>
  <inkml:trace contextRef="#ctx0" brushRef="#br0" timeOffset="24260.25">14497 5694 0,'59'0'47,"-59"-30"-47,59 30 15,0 0 1,-1 0 0,-58 30-1</inkml:trace>
  <inkml:trace contextRef="#ctx0" brushRef="#br0" timeOffset="24403.86">14586 5870 0,'-59'0'0,"59"59"15,29-59 17,30 0-17,29 0-15,0-30 16,29 30-16,-58-59 15</inkml:trace>
  <inkml:trace contextRef="#ctx0" brushRef="#br0" timeOffset="24655.31">15026 5752 0,'0'30'31,"0"28"-16,29-58-15,30 0 0,-30 0 0,59-29 16,-29 29 0,0-88-16,-59 29 15,0-29 1,-59 88-16,0 0 16,-58 0-16,87 0 15,-58 30-15,88 28 16,-58-58-1</inkml:trace>
  <inkml:trace contextRef="#ctx0" brushRef="#br0" timeOffset="25806.85">12825 7836 0,'-59'0'16,"118"0"31,-1 0-31,1 0-16,29 0 15,-88 89 1,0-31-1</inkml:trace>
  <inkml:trace contextRef="#ctx0" brushRef="#br0" timeOffset="25887.97">12825 8159 0,'-59'0'15,"88"0"1,30 0 0,29 0-16,0-29 0,29 29 15,-28 0 1</inkml:trace>
  <inkml:trace contextRef="#ctx0" brushRef="#br0" timeOffset="27322.28">17403 5400 0,'0'-29'15,"0"-30"17,0 0 14,0 1-14,29 58-17,30-59 1,0 59 0,-1-59-16,1 59 15,0 0 1,-1-88-16,1 88 0,29-58 15,-29 58-15,29 0 16,0-59-16,29 59 16,-29 0-16,0 0 15,0-59-15,30 59 16,-30 0-16,-29 0 16,-1 0-16,1 0 15,0 0 1</inkml:trace>
  <inkml:trace contextRef="#ctx0" brushRef="#br0" timeOffset="27501.58">18988 4637 0,'88'0'31,"-30"0"-31,1 29 16,29 30-1,-88 58 1,0-87-16,0 29 16,-147 58-16,30-29 15</inkml:trace>
  <inkml:trace contextRef="#ctx0" brushRef="#br0" timeOffset="31718.22">16904 6750 0,'-29'0'15,"58"0"1,59 0 0,-29 0-1,-1 0-15,1 0 16,0 0-16</inkml:trace>
  <inkml:trace contextRef="#ctx0" brushRef="#br0" timeOffset="32425.9">17344 6662 0,'-59'0'16,"59"59"15,88 29-15,-29-29-1,0 29-15,0-29 0,-1-59 16,1 88-16,29-88 16,29 117-16,1-117 15,29 59 1,-1-59-16,-28 0 0,-30 58 16,58-58-16,-28 0 15,29 0-15,-30 0 16,30 89-16,-1-89 15,30 0-15,1 0 0,-1 0 16,0 0 0,0 0-16,29 0 15,-87 0-15,28 0 0,-28-59 16,-1 59 0,-29 0-16,0-59 15,-29 59-15,0 0 0,-1 0 31</inkml:trace>
  <inkml:trace contextRef="#ctx0" brushRef="#br0" timeOffset="32684.12">21101 7015 0,'58'0'0,"30"0"16,0 0-16,0 0 16,0 88-16,0 0 15,-88 0 1,0 29-1,-58-117 1,-1 88-16,0-88 0</inkml:trace>
  <inkml:trace contextRef="#ctx0" brushRef="#br0" timeOffset="51805.45">18606 8893 0,'-59'0'0,"89"0"31</inkml:trace>
  <inkml:trace contextRef="#ctx0" brushRef="#br0" timeOffset="52847.84">18635 8600 0,'-29'0'0,"29"-30"47</inkml:trace>
  <inkml:trace contextRef="#ctx0" brushRef="#br0" timeOffset="57480.99">25444 10302 0</inkml:trace>
  <inkml:trace contextRef="#ctx0" brushRef="#br0" timeOffset="79775.99">14409 7954 0,'0'-59'0,"-58"59"0,58-59 32,88-29-1,-30 88-31,1 0 16,29 0-1,-29 88 1,-59 30-1,0-59-15,-29-1 0,-30 1 16,0 29-16,0-29 16,59-1 15,59-58-15,0 0-1,58-58-15,-58 58 16,0 0-16,-59-30 15</inkml:trace>
  <inkml:trace contextRef="#ctx0" brushRef="#br0" timeOffset="80138.92">15026 8071 0,'58'88'47,"-58"-29"-31,0 29 0,59-88 15,-30 0-31,-29-117 15,59 117-15,-59-88 16,59 88 0,29 58 15,-88 60 0,29-118-15</inkml:trace>
  <inkml:trace contextRef="#ctx0" brushRef="#br0" timeOffset="80474.7">15613 7602 0,'29'0'16,"30"29"15,-59 30-31,0-1 16,0 1-1,0 0-15,-59-59 0,59 88 16,-59-88-16,147 0 31,0 0-15,0 0-16,-29-29 16</inkml:trace>
  <inkml:trace contextRef="#ctx0" brushRef="#br0" timeOffset="81634.13">17960 5107 0,'-29'0'16</inkml:trace>
  <inkml:trace contextRef="#ctx0" brushRef="#br0" timeOffset="82775.03">17608 5136 0,'-58'0'15,"58"-29"32,29-30-31,30 59-1,-59-59 1,58 59 0,1-58-1,29-1 1,29 59 0,-117-59-16,88 59 15,1-59-15,-1 59 16,-88-58-1,146 58 1,-87 0-16,0-59 16,-1 59-16,1 0 0,0 0 15,-1-59-15,1 59 16,0 0-16,0 0 16,-1-88-16,1 88 15,0 0-15,-30 0 16,30 0-16,29-58 0,-59 58 15,30 0 1,87 0 0,-87 0-16,0 0 15,29 0-15,0 0 16,59 0 0,-118 0-1,30 0-15,-59 29 16,117-29-16,-29 0 15,0 59 1,0-59 0,0 88-1,0-88 1,-29 58 0,0-58-1,-1 59 1,1-59-1,-59 59-15,88-59 16,-29 58 0,29-58-1,29 59 1,-58-59-16,29 0 16,-29 0 15,-59 59-31</inkml:trace>
  <inkml:trace contextRef="#ctx0" brushRef="#br0" timeOffset="83030.67">21423 4637 0,'59'29'16,"-59"30"-16,59 29 15,-59-59-15,0 30 16,58 0-16,-58 58 16,-29-58-1,-30 0 1,-29-1-16,-29 1 15,29-59-15</inkml:trace>
  <inkml:trace contextRef="#ctx0" brushRef="#br0" timeOffset="85271.25">23038 6398 0,'-59'0'0,"59"-29"15,-30 29 1,-28 0 15,-1 0-15,0 0 0,-29 0-1,30 0-15,-60 0 31,89 0-31,29 59 16,-59-59 0,59 58-16,-58-58 0,58 59 15,0 0 1,-59-59-16,59 58 16,0 30-1,0 0-15,0-29 16,0 0-1,0 0 1,29-59 0,-29 58-16,59-58 15,-59 59-15,88-59 0,0 0 16,-29 0 0,-1 59-16,1-59 15,0 0-15,-1 0 16,1 0-16,0 0 0,0 0 15,-1-30 1,1 30-16,0-58 16,-1 58-16,-58-88 15,88 0-15,-88 58 16,0-29-16,0 1 16,0-30-16,0 29 15,-29-29-15,-30 88 0,-29 0 16,0 0-16</inkml:trace>
  <inkml:trace contextRef="#ctx0" brushRef="#br0" timeOffset="87400.97">16816 8306 0,'-59'0'31,"1"-59"0,-1 59 1,88 0-1,30 0-15,29 0-16,0 0 15,0 0-15,29 0 0,-87 0 16,28 0-1,-146 0 17,30 0-17,-1 0 1,-29 0-16,29 0 16,1 0-16,87 0 31,59 0-16</inkml:trace>
  <inkml:trace contextRef="#ctx0" brushRef="#br0" timeOffset="88580.92">18283 7660 0,'0'30'63,"0"58"62,0 0-110,0-29 1,0-1-16,0 30 16,0-29-1,59-59 32,-59-59-47,0 1 16,59-1-1,29-29-15,-30 88 32,1 59-1,-59 29 0,0-30-31,0 1 16</inkml:trace>
  <inkml:trace contextRef="#ctx0" brushRef="#br0" timeOffset="88916.88">19310 7572 0,'-88'59'47,"88"0"-47,-88 58 16,88-29-16,0 30 0,0-30 16,0 29-16,0-58 15,0-30-15,59 89 16,29-118-1</inkml:trace>
  <inkml:trace contextRef="#ctx0" brushRef="#br0" timeOffset="89314.19">19575 7954 0,'0'29'16,"58"30"-16,-58 0 16,0-1-16,0 1 15,0 0 1,59-118 15,-59 30-31,88-59 16,-88 29-1,117 0-15,-58 59 16,-59-58 0,0 116-1,0 1 1,0 0-1,0-1-15,0 1 16,0 0-16</inkml:trace>
  <inkml:trace contextRef="#ctx0" brushRef="#br0" timeOffset="89549">20308 8159 0,'88'0'31,"-29"0"-15,0 0-16,-1 0 15,1 0-15,-30 0 16</inkml:trace>
  <inkml:trace contextRef="#ctx0" brushRef="#br0" timeOffset="89732.52">20778 7983 0,'58'0'16,"-58"30"0,0 28-16,0 1 15,0 0-15,0-1 16,0 1-16</inkml:trace>
  <inkml:trace contextRef="#ctx0" brushRef="#br0" timeOffset="89986.88">21071 7690 0,'59'0'16,"0"0"-16,-1 88 0,1 0 16,-59 59-16,88 29 15,-88-30 1,0 31-16,-147 28 0,-29 59 16,-88-146-16</inkml:trace>
  <inkml:trace contextRef="#ctx0" brushRef="#br0" timeOffset="96806.12">17491 7836 0,'0'-58'0,"0"-1"47,29 59 15,-29-59-62,59 59 32,0 30-17,-59 58 1,0-30-1,0 1-15,0 29 16,-30 30-16,30-60 0,-58 1 16,58 29-1,0-29 17,29-59-1,59 0-31,-29 0 15</inkml:trace>
  <inkml:trace contextRef="#ctx0" brushRef="#br0" timeOffset="97273.52">17902 8159 0,'0'-58'203,"0"87"-140</inkml:trace>
  <inkml:trace contextRef="#ctx0" brushRef="#br0" timeOffset="98608.59">18342 8541 0,'-59'0'0,"1"0"16,87 0 78,-29 29-94,59-29 15,-1 0 1,1 0-1,-30 0 1,30 0-16,0 0 16,-1 0-1,1 0-15,0 0 0,0 0 16,-1 0-16,1 0 16,0 0-16,-1-29 0,30 29 31,0 0-16,30 0 1,-30 0 0,-30 0-16,1 0 15,29 0-15,-29 0 16,0 0-16,-1 0 16,-28 0-16,28 0 15,1 0-15,0 0 16,-1 0-16,1 0 15,29 0 1,0 0 0,-29 0-16,0 0 15,-1 0-15,30 0 16,-29 0-16,0 0 16,-1 0-16,1 0 15,0 0-15,0 0 0,-1 0 16,1 0-1,0 0-15,29 0 16,-30 0-16,1 0 16,0 0-16,-1 0 15,-28 0-15,-30-59 0,117 59 16,-58 0 0,0 0 30,-30 0-14,-58 59 15</inkml:trace>
  <inkml:trace contextRef="#ctx0" brushRef="#br0" timeOffset="99283.51">19780 8864 0,'59'0'15,"-1"0"1,1 0-1,0 88-15,-59-59 16,0 89-16,-30-30 16,-28-30-16,-1 1 15,0 0 1,89-59 15,58 0-31,0 0 0,0 0 16,29-30-1,-29 30-15</inkml:trace>
  <inkml:trace contextRef="#ctx0" brushRef="#br0" timeOffset="100705.26">20250 8923 0,'58'0'0,"-58"-59"16,-88 176 62,0-29-78,-29 88 15,29-88-15,-88 89 16,-30-31 0,1 1-16,29-147 0</inkml:trace>
  <inkml:trace contextRef="#ctx0" brushRef="#br0" timeOffset="101367.92">17960 7719 0,'-88'0'0,"30"0"16,-30 59-16,-30 29 15,1 59-15,-59 117 16,0 0 0,-30-29-16,1-118 0</inkml:trace>
  <inkml:trace contextRef="#ctx0" brushRef="#br0" timeOffset="104712.65">23184 8130 0,'0'-29'0,"88"29"62,30-59-62,-60 59 16,1 0-16,29 0 16,-29 29-1</inkml:trace>
  <inkml:trace contextRef="#ctx0" brushRef="#br0" timeOffset="104847.23">23360 8365 0,'30'0'16,"28"-30"0,1 30-16,29-58 15,29 58-15,-58 0 16,-29 0-16</inkml:trace>
  <inkml:trace contextRef="#ctx0" brushRef="#br0" timeOffset="105231.06">24211 7807 0,'30'0'16,"28"-59"-1,1 59-15,0 0 0,0 30 16,-1 117 0,-58-59-16,-29-30 15,-30 30-15,0 30 16,59-60-16,-117-58 15,117 59-15,29-59 32,59 0-32,30 0 15,-30 0-15,-29-88 16</inkml:trace>
  <inkml:trace contextRef="#ctx0" brushRef="#br0" timeOffset="105736.12">24886 7778 0,'0'29'31,"0"89"-16,0-89 1,59 59-16,-59-29 16,0 29-1,59-88-15,-59-59 47,58-29-31,-58 29-16,59 59 15,0 59 17,-59 0-17,0 29 1,0-30-16,59-58 16</inkml:trace>
  <inkml:trace contextRef="#ctx0" brushRef="#br0" timeOffset="106059.88">25385 7602 0,'59'0'32,"29"0"-17,-88 29 1,0 59 0,0-29-16,0-1 15,-59-58-15,59 89 16,-58-89-16,87 0 15,30 0 1,29 0-16,-30 0 16</inkml:trace>
  <inkml:trace contextRef="#ctx0" brushRef="#br0" timeOffset="106449.67">26090 8218 0,'-59'0'0,"88"0"31,89 0-31,-1 0 16,30-29-16,-59 29 16,0 0-16,-29 0 15</inkml:trace>
  <inkml:trace contextRef="#ctx0" brushRef="#br0" timeOffset="107913.76">27498 7778 0,'30'0'0,"-30"-59"15,58 59 32,-58 59-47,0-1 16,0 1-16,59 0 0,-59 0 31,88-118 16,-88 0-47,59 0 0,-59-29 16,58 88-1,1 0 17,-59 59-32,0 0 15,0 0-15,88-1 16,-88 30-1</inkml:trace>
  <inkml:trace contextRef="#ctx0" brushRef="#br0" timeOffset="108490.13">28878 7249 0,'0'-58'16,"0"87"30,-59 88-46,59 89 16,-117 29 0,117-30-16,0-87 0,0 28 15,29-87-15,-29 0 16,88-59-16,-29 59 16,-1-59-1</inkml:trace>
  <inkml:trace contextRef="#ctx0" brushRef="#br0" timeOffset="108850.54">29054 7954 0,'0'59'46,"0"29"-30,0-30 0,29-58-1,88-29 1,-58-59 0,-59 29-1,59 59 1,-1 59 31,-58 29-32</inkml:trace>
  <inkml:trace contextRef="#ctx0" brushRef="#br0" timeOffset="109080.86">29787 8013 0,'88'0'47,"0"0"-47,30 0 16,-30 0-16,-29 0 15</inkml:trace>
  <inkml:trace contextRef="#ctx0" brushRef="#br0" timeOffset="109246.59">30345 7866 0,'0'29'31,"0"1"-31,0 28 16,59 30-16,-59-58 16,0 28-16</inkml:trace>
  <inkml:trace contextRef="#ctx0" brushRef="#br0" timeOffset="109455.42">30756 7308 0,'59'0'0,"-1"118"15,60 28-15,-30 60 16,-88-30-16,0 0 16,0 59-16,-59 29 15,-88-147-15</inkml:trace>
  <inkml:trace contextRef="#ctx0" brushRef="#br0" timeOffset="111536.85">22157 10009 0,'0'-59'0,"59"59"63,29 0-63,-29 0 0,-1 0 16,1 0-16,0 0 15,-1 0-15,-58 59 16</inkml:trace>
  <inkml:trace contextRef="#ctx0" brushRef="#br0" timeOffset="111651.18">22304 10243 0,'59'0'32,"-1"0"-17,30 0-15,-29 0 16,0 0-16</inkml:trace>
  <inkml:trace contextRef="#ctx0" brushRef="#br0" timeOffset="112002.43">23126 9744 0,'88'0'0,"58"0"16,-87 0 0,0 0-1,-59 59-15,0 0 16,0 0-16,-88 29 15,88-30-15,-88 30 16,88-29 0,-59-59-16,118 0 15,-1 0 1,1 0 0,0 0-16,-1 0 0</inkml:trace>
  <inkml:trace contextRef="#ctx0" brushRef="#br0" timeOffset="112352.15">23742 9950 0,'0'59'31,"0"-1"-15,0 1-16,0 0 16,59-59-16,-59 58 15,88-146 17,-88 30-32,58 58 15,-58-30-15,59 30 0,0 0 47,-59 59-31,0 0-1,58-1-15</inkml:trace>
  <inkml:trace contextRef="#ctx0" brushRef="#br0" timeOffset="112671.14">24358 9510 0,'29'0'0,"30"0"16,29 0 0,-88 58-16,59-58 15,-59 118-15,0-30 16,-29-88 0,29 58-16,88-58 46,29 0-46,-29 0 16</inkml:trace>
  <inkml:trace contextRef="#ctx0" brushRef="#br0" timeOffset="113636.06">27938 7337 0,'-58'0'16,"58"-58"30,0-1-30,29 59 0,-29-59-16,88 1 15,-29 58 1,0-59-16,87-29 16,-58 88-1,-88-59-15,147 59 16,-88 0-16,-1-59 15,1 59-15,0 0 16,-30 0-16,30 0 16,0 0-1,-59 30 17</inkml:trace>
  <inkml:trace contextRef="#ctx0" brushRef="#br0" timeOffset="113835.84">29024 6662 0,'0'-58'31,"59"58"-31,29 0 16,-29 58-1,-59 89 1,0-88 0,-30 0-16,-28-1 15,-1 1-15</inkml:trace>
  <inkml:trace contextRef="#ctx0" brushRef="#br0" timeOffset="114752.07">25444 10038 0,'88'0'47,"-59"0"-32,30 0-15,29-29 16,-59 29-16,30 0 16</inkml:trace>
  <inkml:trace contextRef="#ctx0" brushRef="#br0" timeOffset="115093.71">26002 9744 0,'0'59'31,"88"88"-15,-88-59 0,58-88-1,1 0 17,-59-59-32,59-58 15,-59 58 1,58 59-16,1 0 31,-59 29-31,0 30 16,0 0-16,0 0 15,59-59-15,-59 88 0</inkml:trace>
  <inkml:trace contextRef="#ctx0" brushRef="#br0" timeOffset="115695.08">26618 9363 0,'29'0'16,"30"0"-16,0 0 15,-1 0-15,1 0 16,-59 29 0,0 59-1,-29-29-15,-89 0 16,236-59 15,-1 0-15,30 0-16,-59 0 0</inkml:trace>
  <inkml:trace contextRef="#ctx0" brushRef="#br0" timeOffset="117875.64">27469 10243 0,'-59'0'16,"59"-29"15,118 29 47,-30 0-78,0 0 0,-30 0 16,1 0-16,0-88 16,58 29-1</inkml:trace>
  <inkml:trace contextRef="#ctx0" brushRef="#br0" timeOffset="118122.58">27645 9891 0,'0'30'32,"0"58"-17,0 29-15,0-29 16,0 0-16,0 0 16,29 30-16</inkml:trace>
  <inkml:trace contextRef="#ctx0" brushRef="#br0" timeOffset="118942.62">28467 9774 0,'0'29'31,"58"30"-31,-58 0 16,0 29-16,0-30 16,88 1-16,1-59 47,-31-59-47,1-29 15,-59 30-15,88 58 16,-88-89-16,59 89 31,-59 30-31,0 58 16,0 29-16,0-58 0</inkml:trace>
  <inkml:trace contextRef="#ctx0" brushRef="#br0" timeOffset="120942.14">22216 11359 0,'-59'0'47,"59"-30"-32,-29 30 1,117-88 62,29 88-62,-29 0-16,-29 0 0,0 0 15,-30 0-15</inkml:trace>
  <inkml:trace contextRef="#ctx0" brushRef="#br0" timeOffset="121051.18">22304 11447 0,'-118'0'0,"206"0"31,1 0-16,-1 0-15,29 0 16,0-29-16</inkml:trace>
  <inkml:trace contextRef="#ctx0" brushRef="#br0" timeOffset="122129.67">23683 11183 0,'0'29'47,"0"59"-47,59-29 15,-59 0 1,59 58-16,-1-117 63,-58-88-63,59 88 0,-59-118 0,59 118 31,-59-58-31,58 58 15,-28 0 1,-30 29 0,0 30-1,0 0 1,0-1-16,0 1 0,0 0 31</inkml:trace>
  <inkml:trace contextRef="#ctx0" brushRef="#br0" timeOffset="123508.98">23360 10654 0,'-58'0'0,"116"0"62,30 0-46,0 0-16,59 0 15,-59 0-15,0-29 16,-29 29-16,0 0 16,-1 0-1</inkml:trace>
  <inkml:trace contextRef="#ctx0" brushRef="#br0" timeOffset="124096.11">26031 10361 0,'29'0'16,"30"0"-16,29 0 15,0 0-15,0 0 16,-29 0-16,-1 0 16,1 0-16</inkml:trace>
  <inkml:trace contextRef="#ctx0" brushRef="#br0" timeOffset="127764.1">24211 10830 0,'0'-58'31,"59"58"-31,0 0 32,29 0-17,-29 29-15,-59 89 31,0-89-15,-59-29 0,59 59-16,-59-59 15,177 0 1,-30 0 0,0 0-1,0 0-15,-30 0 16</inkml:trace>
  <inkml:trace contextRef="#ctx0" brushRef="#br0" timeOffset="128067.86">25004 11388 0,'58'0'31,"1"-29"-31,29 29 15,-29 0-15,0-59 16,-1 59-16,1 0 16</inkml:trace>
  <inkml:trace contextRef="#ctx0" brushRef="#br0" timeOffset="128250.78">25297 11124 0,'-58'29'47,"58"30"-31,0 0-16,0-1 16,29 1-16,-29 0 15</inkml:trace>
  <inkml:trace contextRef="#ctx0" brushRef="#br0" timeOffset="128620.32">25679 11153 0,'0'30'16,"0"58"-1,0-30 1,0 1-16,0 0 16,58-59 15,-58-29-31,88-30 15,-88 0-15,118 59 16,-118-59-16,59 59 16,-59 30-1,0 28 1,58 1-16,-58 29 16,0 30-16</inkml:trace>
  <inkml:trace contextRef="#ctx0" brushRef="#br0" timeOffset="129098.51">26853 11241 0,'58'-58'15,"1"58"1,0 0 0,-1 0-1,1 0-15</inkml:trace>
  <inkml:trace contextRef="#ctx0" brushRef="#br0" timeOffset="129193.62">26823 11506 0,'30'0'31,"58"0"-31,58-59 16,-58 59-16,-29 0 0</inkml:trace>
  <inkml:trace contextRef="#ctx0" brushRef="#br0" timeOffset="130435.54">27968 11271 0,'0'29'31,"0"59"-15,88 0 0,-88-29 15,59-118 0,-59 1-15,58-1-16,1 0 0,0 59 47,-59 59-32,0 0-15,0-1 16,0 1-16,58 0 15,-58-1-15</inkml:trace>
  <inkml:trace contextRef="#ctx0" brushRef="#br0" timeOffset="130753.14">29024 10889 0,'-29'0'31,"29"59"-15,-88 29-16,88 29 16,-59 30-16,59-29 15,0-30-15,0 29 16,0-58-16,59-1 16,0-58-16,-1 0 15</inkml:trace>
  <inkml:trace contextRef="#ctx0" brushRef="#br0" timeOffset="131138.74">29230 11329 0,'0'-58'16,"0"87"15,0 89-15,0-89-1,117-29 48,-29 0-48,-88-118-15,59 118 0,-59-58 16,59 58 15,-59 29-15,0 30 0,0 0-16,0-1 0,0 30 15</inkml:trace>
  <inkml:trace contextRef="#ctx0" brushRef="#br0" timeOffset="131471.56">30081 11388 0,'29'0'46,"30"-29"-46,0 29 16,-1 0-16,30 0 16</inkml:trace>
  <inkml:trace contextRef="#ctx0" brushRef="#br0" timeOffset="131704.19">30316 11183 0,'0'29'47,"0"59"-32,0-29-15,0 0 16,0 29-16</inkml:trace>
  <inkml:trace contextRef="#ctx0" brushRef="#br0" timeOffset="131904.46">30492 11212 0,'0'88'31,"0"0"-15,0 0-1,0-29 1,58-59-16</inkml:trace>
  <inkml:trace contextRef="#ctx0" brushRef="#br0" timeOffset="132412.54">30873 10919 0,'0'-30'62,"30"30"-15,116 118-31,-87-30-1,0 58-15,-59-28 16,0 29-16,0 29 15,0 0-15,-118-59 16</inkml:trace>
  <inkml:trace contextRef="#ctx0" brushRef="#br0" timeOffset="132956.84">28496 12239 0,'-88'0'0,"29"-58"15,1 58-15,292 0 32,119 0-32,57 0 15,1 0-15,-59 0 16,-58 0-16,-59 0 16,-59 0-16,-29 0 15,-89 0-15,-175 0 31,58 0-15,30 0 0</inkml:trace>
  <inkml:trace contextRef="#ctx0" brushRef="#br0" timeOffset="134013.9">21365 13502 0,'-30'0'47,"30"29"-32,0 30-15,-58-1 16,58 1-16,29 29 16,30-88-1,29 0-15,0 0 16,59 0-16,-59-117 15,29 58-15,-117 0 16,59 1-16,-59-1 0,-59 0 16,-58 59-1,29 0-15,-1 30 16,31 28-16,-30 30 16,88 30-1,29-118 1</inkml:trace>
  <inkml:trace contextRef="#ctx0" brushRef="#br0" timeOffset="134181.54">21893 13678 0,'-29'58'32,"29"30"-32,0 1 15,0-31 1,58-58-16,-58 59 15,59-59-15,0 0 16</inkml:trace>
  <inkml:trace contextRef="#ctx0" brushRef="#br0" timeOffset="134468.72">22304 13883 0,'0'30'32,"0"58"-17,0-30 1,59-58 0,-1-29-16,-58-30 15,59 59-15,-59-88 16,59 88 31,-59 59-47,0 0 15,58-1-15,-58 1 16,59-59-16</inkml:trace>
  <inkml:trace contextRef="#ctx0" brushRef="#br0" timeOffset="134883.95">23067 13824 0,'0'-58'0,"29"58"32,30 0-17,0 0-15,-1 0 0,1 0 31,-59 29-31,-29 30 16,-30-59 0,0 59-16,89-59 47,28 0-47,1 0 15</inkml:trace>
  <inkml:trace contextRef="#ctx0" brushRef="#br0" timeOffset="135702.57">24622 13296 0,'59'0'15,"-59"29"1,59-29-16,-59 89 0,0-31 15,58-58 1,-58 88-16,88-146 47,-88-1-47,59 0 16,29 0-1,-88 118 16,0 0-15,0 29-16,0-29 16,0-1-16,0 1 15</inkml:trace>
  <inkml:trace contextRef="#ctx0" brushRef="#br0" timeOffset="135972.26">25679 12768 0,'-59'0'15,"59"29"-15,-88 30 16,88 29-16,-88 59 15,88 29-15,0 0 16,0-29-16,0-59 16,0-30-16,59-58 0,-59 59 15,146-59-15,-58 0 16</inkml:trace>
  <inkml:trace contextRef="#ctx0" brushRef="#br0" timeOffset="136309.97">25972 13384 0,'-29'0'0,"29"59"47,88 29-47,-88-29 31,59-59-15,-1-118-1,60 30 1,-60 29 0,-58 89 15,0 29-31,0-1 15,0-28 1,0 28-16,59-58 16</inkml:trace>
  <inkml:trace contextRef="#ctx0" brushRef="#br0" timeOffset="136704.79">26970 13384 0,'59'0'31,"-1"0"-31,30-29 16,-29 29-16,0 0 0,0 0 16,29 0-1</inkml:trace>
  <inkml:trace contextRef="#ctx0" brushRef="#br0" timeOffset="136910.28">27264 13149 0,'0'88'47,"0"-29"-47,0 29 16,0-29-16,0 58 15,0-58-15,0-30 16</inkml:trace>
  <inkml:trace contextRef="#ctx0" brushRef="#br0" timeOffset="137085.29">27704 13149 0,'0'59'31,"0"29"-31,0-29 16,0 29-16,0-29 15,0-1-15,0 1 0</inkml:trace>
  <inkml:trace contextRef="#ctx0" brushRef="#br0" timeOffset="138240.23">23243 13824 0,'-59'0'15,"1"0"17,-1 0-17,88 0 32,30 0-47,29 0 16,0 0-16,29 0 15,-58 0 1,-30 0-16,30 0 16,-88 0 15</inkml:trace>
  <inkml:trace contextRef="#ctx0" brushRef="#br0" timeOffset="138645.76">23331 14147 0,'-29'0'31,"29"-29"-15,-59 29-1,118 0 32,-1 0-47,30 0 16,0 0-16,-29 0 16,0 0-16,-1 0 0</inkml:trace>
  <inkml:trace contextRef="#ctx0" brushRef="#br0" timeOffset="139521.07">28291 12592 0,'117'58'16,"0"1"0,-58 0-16,0-1 15,-59 60-15,59-1 16,-59 118-16,-59 29 15,-88-88-15</inkml:trace>
  <inkml:trace contextRef="#ctx0" brushRef="#br0" timeOffset="140452.82">20308 13003 0,'-58'0'0,"58"-59"31,0 88 16,0 89-47,0 116 15,0 119-15,0 58 16,58-59-16,-58-59 16,0-58-16,0-59 0,0-117 15</inkml:trace>
  <inkml:trace contextRef="#ctx0" brushRef="#br0" timeOffset="143298.41">20250 13091 0,'0'-30'31,"0"-28"16,0-1 0,0 0-16,29 0-15,59 59 0,-88-58-1,88 58-15,-29-59 16,-1 59-16,60-88 15,-30 88-15,0-59 0,0 59 16,29-58-16,-29 58 16,30 0-1,28-59-15,1 59 16,-59 0-16,0 0 0,-29 0 16,0 0-16,-1 0 15,1 0-15,0 0 16,-1 0-16,1 0 15,-30 0 1,30 0-16,0 0 0,0 0 16,-1 0-16,1 0 15,0 0-15,29-88 16,29 88-16,-29 0 16,0 0-16,0-59 15,30 59-15,-89 0 0,30 0 16,-1 0-16,60 0 15,-30 0 1,0 0 0,-30 0-1,1 0-15,0 0 16,0 0-16,-1 0 0,-28 0 16,28 0-1,1 0-15,0 0 16,29 0-16,29 0 15,-58 0-15,-30 0 0,30 0 16,0 0 0,-1 0-16,30 0 15,-29 0 1,0 0-16,29 0 16,-30 0-1,1 0-15,0 0 16,-1 0-16,1 0 0,0 0 15,0 0 1,-1 0-16,1 0 0,0 0 16,58 0-1,-58 0 1,29 0-16,-30 0 16,30 0-1,1 29 1,-60-29-16,30 0 15,-1 0-15,1 0 0,0 0 16,-1 0-16,1 0 16,0 0-16,-1 0 15,1 0-15,0 0 16,0 59-16,-1-59 16,1 0-16,0 0 15,-30 0-15,30 0 16,58 0-16,-29 0 15,0 0-15,0 0 16,0 0-16,-29 0 16,0 0-16,-1 0 15,1 0-15,0 0 16,-1 0-16,1 0 16,0 0-16,-1 0 15,30 0-15,1 88 0,-1-88 16,29 0-16,-58 0 15,-30 0-15,30 0 16,-1 0-16,1 59 16,0-59-16,-1 0 15,31 0-15,-31 0 16,1 0-16,0 0 16,-1 59-16,1-59 15,0 0 32,-1 0-16,1 58 1,0 1-17,-59 29 1,58-88-1,-58 147-15,0-88 0,0-1 16,59 1 0,-59 0-16,88-1 0,-88 1 15,0 0-15,59-59 16,-59 88-16,0 0 16,29-88-1,-29 147-15,0-118 16,0 30-16,0-1 15,0 1-15,0 29 16,0 30 0,0-60-16,0 30 15,0 0 1,0-29 0,0 0-1,0 0 16,-58-59-15,-1 0 0,59 58-16,-118-58 15,30 59 1,0-59 0,30 59-16,-1-59 15,0 0-15,1 58 16,-1-58-16,0 0 15,-29 0-15,-29 59 0,-1-59 16,-28 0 0,28 0-16,-28 88 15,28-88-15,-29 0 0,59 0 16,0 59-16,-29-59 16,29 0-16,0 0 15,0 0-15,0 0 0,-30 59 16,30-59-16,0 0 15,0 0 1,-29 0-16,29 88 16,0-88-16,0 0 15,-30 0-15,30 0 16,0 0-16,0 0 16,0 0-16,-29 0 15,29 0-15,-30 0 16,30 0-16,-29 0 15,58 58-15,1-58 16,-1 0-16,-29 0 0,0 0 16,0 0-1,-59 0-15,30 0 0,-30 0 16,29 0-16,-28 0 16,58 0-16,0 0 15,0 0-15,29 0 16,-29 0-16,29 0 15,0 0-15,-29 0 16,-29 0-16,29 0 16,29 0-16,1 0 0,-1 0 15,0 0-15,30 0 16,-30 0 0,-58 0-16,29 0 0,0 0 15,0 0-15,0 0 16,-30 0-1,60 59-15,-1-59 0,0 0 16,0 0-16,30 0 16,-88 0-16,29 59 15,-59-59-15,30 0 16,29 0-16,-30 58 16,1-58-16,-30 0 15,59 0-15,0-29 0,0 29 16,-29 0-1,28-59-15,1 59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12T07:25:16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15233 411 178 0,'0'0'289'0,"0"0"-218"0,0 0-35 0,0 0 15 0,0 0 13 15,0 0-8 1,0 0-12-16,-29-105-12 0,29 100-6 16,0 2-18-16,0 3-2 15,0 0 5-15,0 0-6 16,0 0-5-16,0 9-2 15,0 29-1-15,8 20 1 16,0 15 3-16,-3 4-1 16,-5-4 1-16,3-12 1 15,2-17-2-15,-5-10-36 16,0-11-2-16,0-9-22 16,0-11-60-16,8-3-90 15,15-6-15-15</inkml:trace>
  <inkml:trace contextRef="#ctx0" brushRef="#br0" timeOffset="406.75">15220 291 271 0,'0'0'139'15,"0"0"-89"-15,0 0-14 16,0 0 22-16,0 0-3 15,0 0-13-15,-42-26-8 16,44 26-19-16,43 0-15 16,8 0 3-16,4 0 6 15,1 3 2-15,-16 8-5 0,-10 1-2 16,-19 4-3-16,-13 6-1 16,0 9 0-16,-45 10 3 31,-18 5 2-31,8-2-5 15,24 0 0-15,23 0-1 16,8 0 1-16,15 1 1 16,35-2 2-16,3-6-3 15,-8-4 1-15,-22-8 2 16,-15-5 16-16,-8-7 5 16,0-2-3-16,-37 1-7 15,-34-5-6-15,-15 1-8 16,-14-6 0-16,16 0-1 0,23-2-27 15,24 0-24 1,29 0-105-16,8 0-259 0</inkml:trace>
  <inkml:trace contextRef="#ctx0" brushRef="#br0" timeOffset="969.18">15556 683 400 0,'0'0'76'0,"0"0"-45"0,0 0 23 0,0 0 14 16,0 0-38-16,0 0-20 15,3-3-7-15,2 3 0 16,6 0 0-16,2 3-3 15,-5 1 1-15,0-1 1 16,0-1 1-16,-8 0-3 16,8-2 5-16,-1 0-2 15,7 0 2-15,-4 0-2 16,6-10-3-16,-8 0 2 16,-3 0-2-16,-2 1 1 15,2 1 2-15,-2 3-3 16,-3 4 1-16,0 1-1 15,0 0 0-15,0 0-1 0,0 1 1 16,0 24 15-16,0 4 3 16,0 3-12-16,0 0 2 15,0-7-6-15,36-5-1 16,1-11-1-16,5-7-11 16,-13-2-2-16,0 0 11 15,-10-8 2-15,-14-8 1 16,-5 2 2-16,0 5 4 15,0 5 19-15,0 1 7 16,0 3-13-16,0 0-12 16,0 0-8-16,2 4-1 15,30 15-2-15,13-5-32 16,10-7-68-16,-3-7-233 0</inkml:trace>
  <inkml:trace contextRef="#ctx0" brushRef="#br0" timeOffset="1174.18">16169 619 410 0,'0'0'85'0,"0"0"-68"0,0 0 9 0,0 0 30 0,-202 87-15 15,202-48-21 1,0 1-13-16,55-4-4 0,5-7-3 15,11-7-59 1,3-15-5-16,-11-7-104 0,-2-2-188 16</inkml:trace>
  <inkml:trace contextRef="#ctx0" brushRef="#br0" timeOffset="1579.03">16469 217 378 0,'0'0'142'0,"0"0"-88"0,0 0-33 16,0 0 39-1,0 0-3-15,0 0-42 0,-18 48 19 16,12 26-4 0,-9 8-21-16,-7-1-6 0,-1-8 0 15,-1-12-3-15,0-10-11 16,9-11-24-16,-1-15-21 15,16-11-32-15,0-8 7 16,0-6 4-16,8 0 51 16,39-24 2-16,22-6 24 15,15-5 5-15,8-6-4 16,8 2 1-16,0-4 19 16,-14 4 14-16,-7 3 8 15,-18 8 2-15,-24 9 12 0,-27 6-5 16,-10 9-4-1,-10 4-13-15,-59 0-14 0,-10 27-2 16,3 13 0-16,29 5-14 16,34 1-5-16,13 4-2 15,29-11-82-15,28-11-268 16</inkml:trace>
  <inkml:trace contextRef="#ctx0" brushRef="#br0" timeOffset="1672.76">17232 772 200 0,'0'0'0'0</inkml:trace>
  <inkml:trace contextRef="#ctx0" brushRef="#br0" timeOffset="8018.09">15719 712 16 0,'0'0'33'0,"0"0"2"0,0 0-8 15,0 0 0-15,0 0-4 16,0 0 0-16,0 0 6 16,-7-73 2-16,7 60-2 15,0 3 9-15,0 1 0 16,0 2 3-16,0 4-5 16,0-1-13-16,0 1-14 0,0 3-1 15,0 0-2-15,0 0-2 16,0 0-4-16,0 0-2 15,0 0 2-15,-8 0 6 16,-8 13-6-16,-5 3-2 16,-5 6 2-16,-3-2 1 15,0 6 2-15,2-1 6 16,12-2-8-16,7 2-1 16,8-7 3-16,0-7 0 15,2-2-5-15,30-8 6 0,5-1 1 16,2 0-4-16,-7-11-1 15,-9-12 0-15,-9-1 1 16,-7 2 4-16,-7 4-5 16,0 7 0-16,0 1 3 15,0 7 21-15,0 0 20 16,0 3-6-16,0 0-24 16,0 0-12-16,0 0-2 15,16 10-2-15,16 9 2 16,13 2-46-16,7-7-154 15</inkml:trace>
  <inkml:trace contextRef="#ctx0" brushRef="#br0" timeOffset="8705.54">18029 409 92 0,'0'0'57'0,"0"0"-27"0,0 0 32 0,0 0 43 15,0-124-11-15,-3 111-21 16,-18 6-17-16,-3 7-28 15,-15 0-18-15,-1 29-6 16,-7 22 0-16,2 15 3 16,16 8-2-16,21 1-2 15,8-2-1-15,14-7-2 16,33-13 2-16,6-7 0 16,-11-12-2-16,-6-10 1 15,-12-11 3-15,-8-3-3 0,-16-10 0 16,0 0 0-16,0 0-1 15,-34 0 6-15,-24-4-6 16,-13-12-27-16,0 3-15 16,2 3-21-16,14 5-29 15,10 1-4-15,30 4-43 16,7 0-52-16</inkml:trace>
  <inkml:trace contextRef="#ctx0" brushRef="#br0" timeOffset="9049.54">18136 658 151 0,'0'0'93'0,"0"0"-16"0,0 0-13 16,0 0-23-16,0 0-8 15,0 0 14-15,-110 43-4 16,102-3-31-16,8 0-5 15,0-4-3-15,18-7-3 16,35-8 1-16,7-11 2 16,4-10-4-16,4 0-10 15,-13-8 0-15,-7-15-5 16,-12-2 10-16,-20 2 5 16,-16 6 0-16,0 5 8 0,0 5 19 15,0 7-6-15,0 0-7 16,0 0-14-16,0 7-5 15,0 9-12-15,0-2-57 16,0-5-69-16,13-9-32 16</inkml:trace>
  <inkml:trace contextRef="#ctx0" brushRef="#br0" timeOffset="9440.11">18775 301 125 0,'0'0'73'0,"0"0"22"0,0 0-23 16,0 0 8-16,0 0-13 15,0 0-52-15,21 21 26 16,-18 40 7-16,2 9-26 16,-2 1-17-16,2-8 1 15,6-14-5-15,-3-15 0 16,5-10 1-16,-5-10-2 15,2-10-3-15,3-1-13 16,-5 0-1-16,8-3-5 16,0 0 17-16,0 1 5 15,-3 4-3-15,-3 9 3 16,6 8 1-16,-3 6 0 16,3 5 7-16,8 2 6 15,-3-5-4-15,2-6-7 0,-7-11 1 16,-8-7 0-16,-8-6-4 15,-13 0 10-15,-50 0-10 16,-16 0-3-16,-3 0-42 16,19 0-29-16,32 0-72 15,25 0-47-15</inkml:trace>
  <inkml:trace contextRef="#ctx0" brushRef="#br0" timeOffset="9739.28">19283 708 119 0,'0'0'60'0,"0"0"-14"0,0 0-23 0,0 0-4 16,0 0 66-16,0 0 4 15,11 103-38-15,36-64-18 16,5 1-10-16,-7-4-9 0,-13-5-6 15,-1-11-5 1,-15-7 3-16,-16-5-3 0,0-4-2 16,-55 2 2-16,-37-5-2 15,5-1 2-15,3 0-3 16,15 0-2-16,22 0-10 16,18 0-57-16,19-8-88 15,10-11-90-15</inkml:trace>
  <inkml:trace contextRef="#ctx0" brushRef="#br0" timeOffset="10020.52">19693 348 180 0,'0'0'103'0,"0"0"-33"15,0 0-10-15,0 0-25 16,0 0-29-16,0 0 32 16,-13 100 5-16,21-30-20 15,5 2-12-15,-13 2-5 16,8-11-6-16,0-8 1 16,0-10-1-16,13-10-9 15,-5-13-89-15,2-20-54 16,6-2-93-16</inkml:trace>
  <inkml:trace contextRef="#ctx0" brushRef="#br0" timeOffset="10254.84">19748 668 366 0,'0'0'100'0,"0"0"-46"16,0 0-32-16,0 0-16 15,0 0-1-15,287-32-5 16,-203 32 0-16,-23 0-34 15,-14 0-18-15,-18 0 37 16,-21 0 9-16,-8 0 6 16,0 19 0-16,-29 10 54 15,-10 9 0-15,-1 6-19 16,16 1-17-16,17-3-10 16,7-5-8-16,0-6 0 15,23-11-34-15,9-13-102 16,5-7-125-16</inkml:trace>
  <inkml:trace contextRef="#ctx0" brushRef="#br0" timeOffset="10397.71">20256 521 331 0,'0'0'115'0,"0"0"-58"15,0 0-36-15,0 0-21 16,0 0-17-16,0 0-50 15,55-30-166-15</inkml:trace>
  <inkml:trace contextRef="#ctx0" brushRef="#br0" timeOffset="10880.41">19433 476 435 0,'0'0'171'0,"0"0"-118"0,0 0-27 0,0 0-8 0,244 16-9 0,-128-6-9 15,-5-4-24-15,-6-3-87 16,-21-3-254-16</inkml:trace>
  <inkml:trace contextRef="#ctx0" brushRef="#br0" timeOffset="11192.84">20619 367 105 0,'0'0'81'0,"0"0"1"0,0 0 1 16,0 0 6-16,0 0-13 16,0 0-47-16,3 23 5 15,-43 38 25-15,9 6-28 16,7 5-10-16,11-5-12 15,13-9-6-15,0-8 1 16,0-10-3-16,0-9 0 0,-8-5-1 16,-11-4-46-1,4-13-77-15,9-9-181 0</inkml:trace>
  <inkml:trace contextRef="#ctx0" brushRef="#br0" timeOffset="11630.31">20335 572 199 0,'0'0'154'16,"0"0"-55"-16,0 0-37 16,0 0-27-16,247-12-12 0,-126 12-16 15,-10 0-7 1,-14 2-5-16,-26 5-71 0,-24 1-30 15,-23 0 44-15,-19-3 6 16,-5 1 7-16,0-2 43 16,-13 2 6-16,-11 2 82 15,1 8 0-15,-1 5 8 16,8 8-19-16,11 2-28 16,5-1-15-16,0 1-14 15,24-11-14-15,12-4 6 16,9-10-2-16,-3-6-2 15,3 0 1-15,0-15-3 16,-6-11-2-16,-15 4-1 16,-8-1 3-16,-11 13 3 0,-5 4 1 15,0 6 12-15,0 0-16 16,0 15 3-16,0 12-3 16,0 7-2-16,0-1-52 15,0-11-134-15,0-9-154 16</inkml:trace>
  <inkml:trace contextRef="#ctx0" brushRef="#br0" timeOffset="11864.69">21529 282 292 0,'0'0'122'0,"0"0"-34"0,0 0-62 0,0 0-20 0,0 0 14 16,0 134 8-16,0-55-13 15,0 1-9-15,-5-5-6 16,5-14-3-16,0-18-30 16,0-12-65-16,15-18-47 15,9-13-156-15</inkml:trace>
  <inkml:trace contextRef="#ctx0" brushRef="#br0" timeOffset="12036.5">21376 498 351 0,'0'0'218'16,"0"0"-108"-16,0 0-48 16,0 0-27-16,0 0-11 15,0 0-18-15,208-23-6 16,-113 40 0-16,-14 5-29 15,-10-9-84-15,0-5-206 16</inkml:trace>
  <inkml:trace contextRef="#ctx0" brushRef="#br0" timeOffset="12208.34">22050 562 156 0,'0'0'238'0,"0"0"-205"16,0 0 49-16,0 0 13 15,0 0-53-15,-63 137-25 16,63-101-16-16,0 1 2 16,0-11-3-16,0-10-37 15,13-9-65-15,21-7-74 16,18 0 36-16,1-19-56 16</inkml:trace>
  <inkml:trace contextRef="#ctx0" brushRef="#br0" timeOffset="12411.51">22226 722 138 0,'0'0'156'0,"0"0"-5"15,0 0-24-15,0 0-70 0,0 0-52 16,0 0 3 0,37-16-7-16,-14 25 0 0,-7-2 5 15,16-1-6-15,-1 0 7 16,6-5-1-16,0-1 13 16,-3 3-8-16,-2-3-2 15,4 3-1-15,4 0-6 16,5-3-2-16,2 0-1 15,-2 0-1-15,-6 0-77 16,14 0-151-16</inkml:trace>
  <inkml:trace contextRef="#ctx0" brushRef="#br0" timeOffset="12536.45">23204 587 402 0,'0'0'89'0,"0"0"-89"15,0 0-184-15</inkml:trace>
  <inkml:trace contextRef="#ctx0" brushRef="#br0" timeOffset="12770.8">18923 1545 662 0,'0'0'99'16,"0"0"-59"-16,439-4-13 15,-113 4-27-15,37 0-11 16,-16 0-142-16</inkml:trace>
  <inkml:trace contextRef="#ctx0" brushRef="#br0" timeOffset="15804.35">14554 2476 74 0,'0'0'79'0,"0"0"-51"0,0 0-5 0,0 0-7 16,0 0 8-16,0 0 21 15,0 0-2-15,-23 26-13 16,23-24-1-16,0-1 1 15,0 2 10-15,0-3 13 16,0 0-8-16,0 3-22 0,0-3 8 16,0 0 12-16,0 0-11 15,0 0-9-15,0 0-11 16,0 0-6-16,0 0-2 16,8 0-1-16,0 0 1 15,13 0-2-15,-6 0 1 16,-4 0-1-16,10 0 5 15,3-3-4-15,7-11 1 16,9 0-4-16,4-3 1 16,4-3 0-16,-9-4-1 15,1-2 0-15,-12-2 2 16,4-2-2-16,-8-1 0 16,-3 1 0-16,-6 0 0 0,-7 6 0 15,-8 2 2-15,0 11-1 16,0 7 0-16,0 1 2 15,0 3-3-15,0 0 12 16,0 0-11-16,0 0 1 16,0 18 0-16,0 15 1 15,0 10-1-15,-8 2 10 16,8-1-6-16,0-1 1 16,0-6-6-16,0-7 1 15,0-5 3-15,0-6-10 16,0 1 10-16,0-7-6 15,0 2 1-15,0-5-41 16,0 3-58-16,0-6-152 16,-5-2-73-16</inkml:trace>
  <inkml:trace contextRef="#ctx0" brushRef="#br0" timeOffset="16101.21">14786 2690 176 0,'0'0'38'0,"0"0"78"0,0 0 29 0,0 0-46 16,0 0-43-16,0 0-26 16,45-4-12-16,10-8-14 15,0 1 6-15,-2 1-8 16,-22 3-2-16,1 6 0 16,-19-2 0-16,-10 3 7 15,-3 0-6-15,0 0 9 0,0 0 0 16,0 0-7-1,0 0 1-15,5 0-2 0,5 0-1 16,-2 0-1-16,0 0 1 16,5 0-2-16,-5 0 1 15,8 0-38-15,-8 0-157 16,-3 0-295-16</inkml:trace>
  <inkml:trace contextRef="#ctx0" brushRef="#br0" timeOffset="16507.88">15443 2541 273 0,'0'0'172'0,"0"0"-96"16,0 0-39-16,0 0 12 15,0 0-15-15,0 0-22 16,13 0 0-16,-13 3-8 16,3-1 2-16,-3-2-2 0,0 0 2 15,0 0 5-15,5 0 1 16,-2 0-6-16,2 0 7 15,3-9-7-15,0 6 2 16,-8 0 11-16,0 3-3 16,0 0 5-16,0 0-4 15,0 0-15-15,0 0 6 16,8-1-7-16,-8-2 0 16,0-3-1-16,0 2-4 15,0 4-12-15,0-2-89 16,-16 1-367-16</inkml:trace>
  <inkml:trace contextRef="#ctx0" brushRef="#br0" timeOffset="31183.26">16824 2323 156 0,'0'0'83'0,"0"0"1"0,0 0 2 0,0 0-7 0,0 0-6 16,0 0-21-16,0 0 4 15,0 0-26-15,-16-82-13 16,14 82 1-16,-4 0 6 16,-9 0 2-16,-9 12-23 15,-8 29-3-15,-12 7 0 16,12 10 6-16,11-1-6 15,21-9-2-15,0-9 0 16,21-15 0-16,32-17 1 0,10-7-7 16,21-7-5-16,-5-34-3 15,-11-10-18-15,-13-6-4 16,-31 1 16-16,-24 7 22 16,0 9-4-16,-34 12 8 15,-24 12-4-15,-5 10 1 16,8 6-1-16,2 16 1 15,22 18-1-15,15 15-9 16,16 1-98-16,16-8-183 16</inkml:trace>
  <inkml:trace contextRef="#ctx0" brushRef="#br0" timeOffset="31355.15">17116 2494 397 0,'0'0'129'0,"0"0"-78"16,0 0-7-16,0 0-20 16,0 0-12-16,0 0-5 15,0 36-6-15,37-13 5 16,5-1-6-16,10-2-21 16,-4-8-78-16,4-7-131 15</inkml:trace>
  <inkml:trace contextRef="#ctx0" brushRef="#br0" timeOffset="31668.07">17434 2559 318 0,'0'0'117'0,"0"0"-93"15,0 0-11-15,0 0 68 16,0 0-19-16,0 0-42 15,-2 131-13-15,2-99 1 16,0-10-8-16,0-9 3 16,0-10 0-16,0-3 0 15,0 0 7-15,10-17-6 16,14-7-4-16,-3 8 12 16,-13 3 13-16,5 9 1 0,-11 4-4 15,4 0-16 1,4 0-6-16,11 4-6 0,6 15-5 15,1-2-111-15,4-6-287 16</inkml:trace>
  <inkml:trace contextRef="#ctx0" brushRef="#br0" timeOffset="32355.62">18110 2470 481 0,'0'0'128'0,"0"0"-48"0,0 0-24 0,0 0-20 15,0 0-26-15,0 0 10 16,234-9-10-16,-137 9-2 16,-10 0-8-16,-8 5-5 15,-26 12-27-15,-32 5-82 16,-21 0-189-16</inkml:trace>
  <inkml:trace contextRef="#ctx0" brushRef="#br0" timeOffset="32449.38">18236 2663 145 0,'0'0'349'15,"0"0"-287"-15,0 0-62 16,0 0 5-16,0 0-1 16,0 0-4-16,287 0-97 15,-187 0-199-15</inkml:trace>
  <inkml:trace contextRef="#ctx0" brushRef="#br0" timeOffset="32761.89">19254 2368 261 0,'0'0'194'0,"0"0"-94"16,0 0-37-16,0 0-4 15,0 0-21-15,0 0-21 16,-92 147-13-16,145-114-3 15,2-12 4-15,5-16-3 16,9-5 1-16,-4-5 0 16,-4-25 0-16,-16-11 1 15,-22 0-3-15,-23-1 1 16,0 2 0-16,0 7-2 0,-23 8-6 16,-22 18-18-16,-2 7-19 15,-1 12-63-15,11 20-82 16,27 1-89-16</inkml:trace>
  <inkml:trace contextRef="#ctx0" brushRef="#br0" timeOffset="32950.03">19622 2494 527 0,'0'0'123'0,"0"0"-78"0,0 0-32 16,0 0 23-16,0 0-24 15,0 0-8-15,3 151 0 16,36-117-4-16,6-7-137 16,10-17-242-16</inkml:trace>
  <inkml:trace contextRef="#ctx0" brushRef="#br0" timeOffset="33262.48">20035 2515 315 0,'0'0'270'16,"0"0"-239"-16,0 0-19 16,0 0 38-16,0 0-26 15,-26 130-17-15,26-102-4 16,31-11-3-16,22-7 0 15,2-10-18-15,6 0-9 16,-11-22 25-16,-6-4 4 16,-12-1-2-16,-19 9 4 15,-10 3 11-15,-3 11 28 16,0 1-16-16,0 3-18 16,0 3-9-16,0 22-24 15,0 1-92-15,5-7-327 16</inkml:trace>
  <inkml:trace contextRef="#ctx0" brushRef="#br0" timeOffset="33543.71">20714 2623 648 0,'0'0'98'0,"0"0"-97"0,0 0 2 0,0 0 4 0,247 13-7 16,-155-13-20-16,-16 0-204 16</inkml:trace>
  <inkml:trace contextRef="#ctx0" brushRef="#br0" timeOffset="33731.18">21384 2466 645 0,'0'0'113'0,"0"0"-103"0,0 0-7 16,0 0-2-16,0 129 5 15,0-61-6-15,0-9-84 16,0-11-361-16</inkml:trace>
  <inkml:trace contextRef="#ctx0" brushRef="#br0" timeOffset="34559.37">22689 2218 398 0,'0'0'174'16,"0"0"-118"-16,0 0-35 0,0 0-8 0,0 0 17 15,0 0 10-15,-32 150-15 16,32-89-18-16,-8-4-7 15,0-9 1-15,-7-7-1 16,-9-4 0-16,-8-7-39 16,-4-8-76-16,7-8-125 15</inkml:trace>
  <inkml:trace contextRef="#ctx0" brushRef="#br0" timeOffset="34762.44">22318 2380 390 0,'0'0'161'16,"0"0"-91"-16,0 0 12 15,0 0-20-15,0 0-31 16,0 0-31-16,-24-31 2 16,169 50-2-16,18-4 0 15,-8-2-64-15,-16-9-102 16,-39-4-177-16</inkml:trace>
  <inkml:trace contextRef="#ctx0" brushRef="#br0" timeOffset="35075.01">23351 2027 428 0,'0'0'148'0,"0"0"-118"0,0 0-2 15,0 0 31-15,232 82-26 16,-201-31-14-16,-23 4-9 16,-8 2-1-16,-23-3-5 15,-46-9 4-15,6-16-7 16,16-7 2-16,18-9-2 15,21-5-2-15,8 2-1 16,24-2-1-16,57-3 3 16,22-5-49-16,20 0-100 15,-15 0-187-15</inkml:trace>
  <inkml:trace contextRef="#ctx0" brushRef="#br0" timeOffset="35371.86">24046 2358 563 0,'0'0'86'0,"0"0"-48"15,0 0-6-15,0 0 4 16,0 0-15-16,0 0-6 16,16 74-9-16,7-52-5 15,-2-7-1-15,3-8 0 16,7-7 4-16,17 0-3 15,15-13 1-15,5-15 7 16,-7 0-7-16,-9 4 0 16,-17 14 19-16,-12 2 3 15,-2 8 9-15,8 0-12 0,-2 6-21 16,1 30 0-16,-12 17-4 16,-16-8-91-16,0-9-616 15</inkml:trace>
  <inkml:trace contextRef="#ctx0" brushRef="#br0" timeOffset="42810.2">4453 3368 257 0,'0'0'133'0,"0"0"-48"0,0 0 2 0,-40-143-22 16,40 111 3-16,0 2-27 15,0 7-14-15,3 7-4 16,10 6-12-16,-5 7 2 16,-8 3 6-16,8 0-17 15,8 0-2-15,8 31-3 16,-1 20 3-16,-7 14 0 16,-11 14 1-16,-5 4-1 15,0-3 0-15,0-9-1 16,-13-17-19-16,-5-13-2 15,-3-16-9-15,5-14-18 16,0-11-43-16,8 0-37 0,8-36-137 16</inkml:trace>
  <inkml:trace contextRef="#ctx0" brushRef="#br0" timeOffset="43044.7">4616 3044 295 0,'0'0'103'0,"0"0"-92"16,0 0 54-16,0 0 21 16,53 134-45-16,-30-76 8 15,-2 9-20-15,-5-1-9 16,-8 2-2-16,-8-6-9 16,0-16-3-16,0-8-2 15,-29-16-3-15,-3-9 1 0,1-3 0 16,2-10-1-16,11 0-1 15,18 0-33-15,0-24-89 16,50-16-280-16</inkml:trace>
  <inkml:trace contextRef="#ctx0" brushRef="#br0" timeOffset="43279.06">4876 3474 406 0,'0'0'120'0,"0"0"-104"15,0 0 5-15,0 0 50 16,0 0-4-16,0 0-37 0,-13-15-15 16,26-18-3-16,19-8-7 15,-1-10-4-15,1 4 3 16,-8 13 3-16,-3 10 1 16,-5 11-7-16,-1 7-1 15,17 6-1-15,7 0-13 16,14 24-127-16,-6 3-168 15</inkml:trace>
  <inkml:trace contextRef="#ctx0" brushRef="#br0" timeOffset="43857.12">5358 3453 305 0,'0'0'110'0,"0"0"-12"15,0 0-21-15,0 0-24 16,0 0-24-16,0 0-28 16,-16-34 1-16,16 34-2 15,0-2 0-15,0-5 7 16,0-1-5-16,0-2 0 16,0 4-2-16,0-4 1 15,0 3-2-15,8 3 1 16,-8-2 0-16,0 6 7 15,0 0-6-15,0 0-1 16,0 0-1-16,0 0 1 16,0 0-4-16,0 0 4 15,0 0 0-15,0 16 1 0,0-3 1 16,0 0-2-16,0-6 1 16,0-5-2-16,0 0 2 15,0-2 1-15,0 0-1 16,0 0-1-16,0 0 0 15,0 0-11-15,13-11 5 16,3-2 6-16,-1 4 0 16,-7 6 5-16,-8 2-5 15,0 1 0-15,0 0-2 16,-8 13 2-16,-15 23 0 16,-9 6 7-16,3 5-3 15,14-10-2-15,7-7 2 0,8-12-4 16,0-12-6-16,5-6 2 15,21 0 4-15,11-30 7 16,-5-5-7-16,-17-1 4 16,6 11 2-16,-13 10 6 15,0 8 1-15,8 7-13 16,8 0-9-16,7 0-58 16,14 14-115-16,-6-4-99 15</inkml:trace>
  <inkml:trace contextRef="#ctx0" brushRef="#br0" timeOffset="44122.71">5749 3430 349 0,'0'0'68'0,"0"0"-58"0,93-130-5 0,-70 74 3 16,-2-4 4-16,-18 5-1 16,-3 5-1-16,0 11-1 15,0 11-3-15,-24 13 40 16,1 15 8-16,-6 6-27 15,-3 41-24-15,0 20 14 16,9 19 33-16,7 11-18 16,8 5-18-16,8 3-11 15,0-7 3-15,0-5-2 16,0-21-4-16,0-11 0 16,-5-21-89-16,5-19-114 0,0-21-142 15</inkml:trace>
  <inkml:trace contextRef="#ctx0" brushRef="#br0" timeOffset="44310.2">5734 3659 188 0,'0'0'356'0,"0"0"-289"15,0 0-61-15,0 0 52 16,0 0 0-16,0 0-24 16,168 106-16-16,-157-81-5 15,-11-5-5-15,0-6-5 16,-35 0-3-16,-23-2 0 15,1-12-5-15,12 0-58 16,37-19-43-16,8-32-159 0</inkml:trace>
  <inkml:trace contextRef="#ctx0" brushRef="#br0" timeOffset="44560.71">6352 3085 440 0,'0'0'142'0,"0"0"-107"15,0 0-22-15,0 0 32 16,0 0-2-16,-132 159-29 16,124-92-13-16,0-9 7 15,8-13-8-15,8-22-10 16,32-23-36-16,7 0 46 16,3-25 4-16,-8-12 0 15,-13-4 3-15,-5 10 10 0,-16 5 29 16,-8 10-23-16,15 9-23 15,9 6 0-15,13 1-78 32,10 0-188-32,6 0-108 0</inkml:trace>
  <inkml:trace contextRef="#ctx0" brushRef="#br0" timeOffset="44639.55">6859 3277 383 0,'0'0'318'15,"0"0"-247"-15,0 0-64 0,0 0-7 16,0 0-63-16,0 0-226 15</inkml:trace>
  <inkml:trace contextRef="#ctx0" brushRef="#br0" timeOffset="46296.17">4661 4706 125 0,'0'0'107'0,"0"0"-5"0,0 0-20 0,0 0 15 0,0 0-33 15,0 0-28-15,8-10-17 16,-8 10-7-16,-8 17-1 16,-13-1 7-16,5 1-2 0,5-6 4 15,3 2-6 1,8-1-7-16,0-5-7 15,0 0 0-15,19-5 0 16,18-2 3-16,18-2 0 16,0-28-1-16,3-11-2 0,-16-3-7 15,-13-2-1-15,-13 1 8 16,-16 8-2-16,0 4 4 16,0 9-3-16,-32 11 1 15,-12 12-16-15,-4 1 11 16,1 7-1-16,7 25 6 15,11 9-10-15,29 4-79 16,0-10-92-16,0-6-110 16</inkml:trace>
  <inkml:trace contextRef="#ctx0" brushRef="#br0" timeOffset="46389.92">4661 4706 434 0</inkml:trace>
  <inkml:trace contextRef="#ctx0" brushRef="#br0" timeOffset="46468.03">4661 4706 434 0,'202'19'67'0,"-225"5"-13"0,7 3 8 0,13 4-33 0,3-4-17 0,0 2-12 16,34-5-1-16,19-17-94 15,0-7-226-15</inkml:trace>
  <inkml:trace contextRef="#ctx0" brushRef="#br0" timeOffset="46796.12">5139 4729 283 0,'0'0'177'0,"0"0"-130"0,0 0-3 15,0 0 61-15,0 0-62 16,0 0-18-16,63 105-11 15,-47-80-12-15,-3-6-2 16,-5-10 2-16,8-8-4 16,0-1 1-16,8 0-1 15,4-16-4-15,-4-4-13 16,-8 5 19-16,0 8 2 0,-16 4 6 16,0 3-7-16,0 0-1 15,8 0-4-15,-8 17 2 16,7 7 2-16,-7 5-7 15,0-6-118-15,0-10-154 16</inkml:trace>
  <inkml:trace contextRef="#ctx0" brushRef="#br0" timeOffset="47030.71">5602 4739 458 0,'0'0'130'0,"0"0"-121"16,0 0 26-16,0 0 10 15,247 5-40-15,-194 5-5 16,-19 2-5-16,-13 1-124 15,-21-1-222-15</inkml:trace>
  <inkml:trace contextRef="#ctx0" brushRef="#br0" timeOffset="47124.34">5705 4884 247 0,'0'0'150'0,"0"0"-147"0,0 0 0 16,0 0-3-16,0 0-123 15</inkml:trace>
  <inkml:trace contextRef="#ctx0" brushRef="#br0" timeOffset="48140.06">5686 4981 250 0,'0'0'126'0,"0"0"-106"0,0 0-14 16,0 0 21-16,0 0-10 16,0 0-16-16,127-13-1 15,-122 23-39-15,3-2-71 16,0-8-27-16</inkml:trace>
  <inkml:trace contextRef="#ctx0" brushRef="#br0" timeOffset="48577.45">6544 4664 34 0,'0'0'203'0,"0"0"-109"15,0 0 4-15,0 0 9 16,0 0-22-16,0 0-26 15,-171 90-33-15,171-62-15 16,0-3-10-16,8-8-1 16,26-11-6-16,16-6 6 15,0 0 11-15,2-23-7 16,1-17 0-16,-21-5-3 16,-9-1-1-16,-15 0 1 15,-8 6-3-15,0 9 4 16,-31 8-4-16,-22 8 2 15,-2 14-2-15,10 1 0 16,6 9 0-16,15 18-50 16,16 8-86-16,8-3-99 15,0-10 33-15</inkml:trace>
  <inkml:trace contextRef="#ctx0" brushRef="#br0" timeOffset="48718.06">6544 4664 228 0,'-48'54'136'16,"56"-43"-60"-16,3 6 24 15,5 4-38-15,5 1-35 16,10 0-25-16,-2-3 5 16,3-5-4-16,-1-2-3 15,-2-7-86-15,-3-5-188 16</inkml:trace>
  <inkml:trace contextRef="#ctx0" brushRef="#br0" timeOffset="48999.28">6915 4729 161 0,'0'0'326'0,"0"0"-286"15,0 0-2-15,0 0 54 16,0 0-38-16,-29 127-29 16,29-102-20-16,0-5-2 15,0-8-3-15,0-9-3 16,0-3 2-16,21 0 0 15,15-15-4-15,7-11-7 16,-7 1 12-16,-12 8 0 16,-3 5 4-16,-13 9 7 15,-5 3-2-15,2 0-9 16,3 0-6-16,0 25 4 0,2 7 2 16,-5-2-69-16,3-9-199 15</inkml:trace>
  <inkml:trace contextRef="#ctx0" brushRef="#br0" timeOffset="49186.75">7225 4871 409 0,'0'0'218'0,"0"0"-181"0,0 0-32 16,0 0 32-16,0 0-18 15,268 0-19-15,-173 0-1 16,-22 0-107-16,-17 0-196 16</inkml:trace>
  <inkml:trace contextRef="#ctx0" brushRef="#br0" timeOffset="49311.81">7788 4783 191 0,'0'0'196'0,"0"0"-28"15,0 0-64-15,0 0-29 16,0 0-40-16,0 0-29 15,-40 17-5-15,40 33 2 16,0 4-3-16,0-6-108 16,-16-8-307-16</inkml:trace>
  <inkml:trace contextRef="#ctx0" brushRef="#br0" timeOffset="49608.59">8080 4754 513 0,'0'0'183'16,"0"0"-133"-16,0 0-41 16,0 0 9-16,0 0-7 15,268 0-11-15,-189 0 0 16,-24 0-124-16,-31-4-292 16</inkml:trace>
  <inkml:trace contextRef="#ctx0" brushRef="#br0" timeOffset="49764.89">8311 4625 495 0,'0'0'136'0,"0"0"-126"0,0 0 26 15,0 0 41 1,-68 147-51-16,60-85-20 0,5 2-6 16,3-4-2-16,0-22-173 15,0-22-316-15</inkml:trace>
  <inkml:trace contextRef="#ctx0" brushRef="#br0" timeOffset="50014.89">8774 4500 197 0,'0'0'335'16,"0"0"-290"-16,0 0-22 0,0 0 55 15,0 0-31-15,0 0-23 16,155 81-11-16,-163-36 9 16,-44 7-17-16,-12-8-5 15,17-3 5-15,18-11-5 16,29-8 0-16,5-7-15 16,59-8-31-16,14-7-85 15,7 0-216-15</inkml:trace>
  <inkml:trace contextRef="#ctx0" brushRef="#br0" timeOffset="50249.24">9268 4688 461 0,'0'0'177'0,"0"0"-146"16,0 0-14-16,0 0 51 15,0 0-33-15,0 0-23 16,0 82-4-16,21-70-6 15,3-8-1-15,8-4-1 16,7 0 6-16,24-26-3 16,-10-6 2-16,2 6-5 15,-18 8 2-15,-6 8-2 16,-7 10 0-16,0 0-6 16,-9 31 5-16,-15 21-3 15,0 6-134-15</inkml:trace>
  <inkml:trace contextRef="#ctx0" brushRef="#br0" timeOffset="52905.7">4561 5893 59 0,'0'0'91'0,"0"0"-35"0,0 0 8 0,0 0 25 0,0 0-25 16,0 0-14-16,16-54-15 15,-16 52-2-15,0 2-1 16,0 0-9-16,0 0-2 0,-16 21 7 16,-29 23 19-16,-10 17 1 15,7 8-39-15,4-1-3 16,20-13 1-16,8-12-4 15,16-17-3-15,0-15 0 16,24-11-2-16,29-4 0 16,15-36 2-16,-5-13-21 15,-2-9 5-15,-19-1 15 16,-21 2-1-16,-13 5 2 16,-8 11-2-16,0 17 7 0,0 14-10 15,-8 14 0 1,-21 0-2-16,-5 26-16 0,-3 19-96 15,8-7-147-15</inkml:trace>
  <inkml:trace contextRef="#ctx0" brushRef="#br0" timeOffset="52999.43">4561 5893 402 0</inkml:trace>
  <inkml:trace contextRef="#ctx0" brushRef="#br0" timeOffset="53093.16">4561 5893 402 0,'108'136'71'0,"-108"-122"-61"0,0 8 59 0,0 3-12 0,0 5-15 16,0 1-20-16,7-5-18 0,-7-2-3 16,8-7-1-1,-8-4-47-15,8-10-155 0,-8-3-220 16</inkml:trace>
  <inkml:trace contextRef="#ctx0" brushRef="#br0" timeOffset="53405.99">4900 6138 355 0,'0'0'121'0,"0"0"-58"0,0 0 35 15,0 0-35-15,-13 121-30 31,13-95-11-31,0-8-15 0,13-4-5 0,26-11-2 16,-2-3 0-16,3 0 5 16,-1-22-2-16,-2-4-2 15,-11 1 1-15,-13 9 1 16,-5 6 2-16,-8 6 17 16,0 4 2-16,0 0-24 15,0 1-4-15,0 28 3 16,0 6-6-16,0-3-54 15,8-7-219-15</inkml:trace>
  <inkml:trace contextRef="#ctx0" brushRef="#br0" timeOffset="53609.12">5465 6234 507 0,'0'0'222'16,"0"0"-166"-16,0 0-46 15,0 0-9-15,0 0 8 0,0 0-9 16,208 16 0 0,-155-16-90-16,-1 0-317 0</inkml:trace>
  <inkml:trace contextRef="#ctx0" brushRef="#br0" timeOffset="53749.71">5944 6113 559 0,'0'0'150'0,"0"0"-125"15,0 0-21-15,0 0 34 16,-87 156-36-16,64-76-2 16,7-11-28-16,-5-23-330 15</inkml:trace>
  <inkml:trace contextRef="#ctx0" brushRef="#br0" timeOffset="54515.25">6444 6148 268 0,'0'0'233'0,"0"0"-126"0,0 0-22 0,0 0-23 15,0 0-39-15,263 0-16 16,-179 0-6-16,0 0-1 16,-23 0-13-16,-38 0-119 15,-23 12-266-15</inkml:trace>
  <inkml:trace contextRef="#ctx0" brushRef="#br0" timeOffset="54593.38">6420 6349 345 0,'0'0'84'0,"0"0"-84"15,0 0-96-15,263 0-30 16</inkml:trace>
  <inkml:trace contextRef="#ctx0" brushRef="#br0" timeOffset="56064.15">7601 5952 402 0,'0'0'130'0,"0"0"-46"0,0 0 18 0,0 0-34 0,-224 96-34 15,203-50-20-15,13-3-6 16,8-13-2-16,0-9-4 16,0-8-2-16,37-12 1 15,19-1 0-15,12-16 3 16,16-26-3-16,-13-12-1 16,-26-3-18-16,-22 3 9 15,-23 9 3-15,0 7-2 16,-15 12 1-16,-25 10 6 15,-5 13-2-15,-2 3 2 16,0 9-3-16,2 29-16 16,14 7-110-16,15-3-72 0,16-10-101 15</inkml:trace>
  <inkml:trace contextRef="#ctx0" brushRef="#br0" timeOffset="56251.62">7601 5952 175 0,'100'91'204'0,"-100"-91"-113"16,0 0-53-16,-13 24 55 16,5 3-31-16,5 2-38 15,3 2-7-15,0-8-11 0,0 1-6 16,0-1 0 0,0-5-32-16,0-8-147 0,0-5-201 15</inkml:trace>
  <inkml:trace contextRef="#ctx0" brushRef="#br0" timeOffset="56564.59">7935 6198 491 0,'0'0'34'0,"0"0"50"0,0 0 3 16,-16 125-53-16,16-99-17 16,0-3-6-16,0-15-6 15,0-4-4-15,29-4-1 16,11 0 1-16,-1-17 6 16,-2-10-7-16,-21 7 3 15,-1 6-1-15,-15 6 2 16,0 4 11-16,0 4 7 15,0 0-22-15,0 9-1 16,0 21-3-16,0 4-17 16,8-8-108-16,8-13-336 15</inkml:trace>
  <inkml:trace contextRef="#ctx0" brushRef="#br0" timeOffset="56736.45">8366 6377 520 0,'0'0'207'16,"0"0"-185"-16,0 0-19 16,0 0 0-16,0 0-3 15,200 3-8-15,-155 0-150 16,-22-3-245-16</inkml:trace>
  <inkml:trace contextRef="#ctx0" brushRef="#br0" timeOffset="57017.71">8769 6289 391 0,'0'0'171'0,"0"0"-126"16,0 0-1-16,0 0 37 15,207-11-49-15,-178 15-17 16,-13 15 2-16,-16 0-8 16,0 7-9-16,-55 4 7 15,-21 3 10-15,7-4-9 0,22-3-6 16,39-4-2-16,8-6-1 16,16 0 1-16,63-9 2 15,21-1-2-15,15-6-53 16,1 0-200-16</inkml:trace>
  <inkml:trace contextRef="#ctx0" brushRef="#br0" timeOffset="57596.28">9408 5994 374 0,'0'0'142'0,"0"0"-72"0,0 0-20 0,0 0 1 16,0 0 1-16,-8 143-26 16,8-92-20-16,8-5-6 15,0-11-2-15,-3-3-17 16,-5-16-86-16,0-10-84 16,0-6-108-16</inkml:trace>
  <inkml:trace contextRef="#ctx0" brushRef="#br0" timeOffset="57736.84">9200 6208 540 0,'0'0'101'0,"0"0"-91"0,252-34-5 16,-160 30 2-16,-21 4-7 16,-15 0-32-16,-20-7-319 15</inkml:trace>
  <inkml:trace contextRef="#ctx0" brushRef="#br0" timeOffset="60159.83">10178 5963 211 0,'0'0'140'0,"0"0"-76"0,0 0 4 16,0 0 14-16,0 0-17 15,0 0-29-15,0 0-5 16,111-73-5-16,-67 73-4 15,12 0-12-15,-12 8 2 16,-4 12 1-16,-17 14-5 16,-23 9-2-16,0 8 0 15,-34 5 2-15,-31-3-4 16,-6-3 0-16,23-13 0 16,11-7 4-16,27-10-8 0,10-9 0 15,0-1 0-15,16-3 3 16,47-7-3-16,29 0 2 15,18 0-2-15,3 0-9 16,-26 0-83-16,-26 0-313 16</inkml:trace>
  <inkml:trace contextRef="#ctx0" brushRef="#br0" timeOffset="60816">11291 5755 173 0,'0'0'185'0,"0"0"-50"0,0 0-62 0,0 0-1 0,0 0-17 16,0 0-29-16,-124 82 3 15,85 19 11-15,18 16-16 16,18-5-14-16,3-11-5 15,16-20-4-15,31-17 0 16,14-16-1-16,-6-10-41 16,-10-16-125-16,-14-18-275 15</inkml:trace>
  <inkml:trace contextRef="#ctx0" brushRef="#br0" timeOffset="61190.96">11583 6097 161 0,'0'0'399'16,"0"0"-306"-16,0 0-43 15,0 0 3-15,0 0-18 16,0 0-32-16,0 0 3 15,0 38 5-15,23-9-5 0,-7-2-1 16,0-10-5 0,-8-7 0-16,-3-3 4 0,-2-4-1 15,5-3-3-15,5 0 1 16,13-11 3-16,11-18-4 16,2 1 0-16,-7 6 0 15,-11 10 0-15,-13 6 0 16,0 5 3-16,-8 1-1 15,7 0-4-15,7 4 2 16,-4 20-3-16,-2 6 3 16,0 4-6-16,0-1-68 15,5-12-221-15</inkml:trace>
  <inkml:trace contextRef="#ctx0" brushRef="#br0" timeOffset="61362.86">12185 6135 603 0,'0'0'157'15,"0"0"-113"-15,0 0-44 16,0 0 4-16,0 0-2 16,0 0-2-16,255 6-66 15,-184-6-276-15</inkml:trace>
  <inkml:trace contextRef="#ctx0" brushRef="#br0" timeOffset="61487.8">12635 6100 347 0,'0'0'253'0,"0"0"-197"15,0 0-56-15,0 0 8 16,0 0-5-16,0 0-3 16,-32 147-31-16,32-132-364 15</inkml:trace>
  <inkml:trace contextRef="#ctx0" brushRef="#br0" timeOffset="61675.39">13097 5685 466 0,'0'0'246'0,"0"0"-237"16,85 204 28-16,-64-92 10 15,-21 13-21-15,-6 8-17 16,-80 1-9-16,-51-22-48 16</inkml:trace>
  <inkml:trace contextRef="#ctx0" brushRef="#br0" timeOffset="81496.64">4182 7423 98 0,'0'0'211'0,"0"0"-99"0,0 0-9 0,-37-121-11 16,21 103-9-16,6 5-28 16,-3 10-7-16,5 3-11 15,8 0-28-15,-16 3-9 16,0 34 0-16,-5 14 2 16,11 4 1-16,10-1-2 15,0-13-1-15,18-15-2 16,19-13-4-16,0-13 6 15,2 0-6-15,1-25-4 16,7-23-11-16,-15-7 0 0,-19-8 9 16,-13 4 11-16,0 6-3 15,-21 18-12-15,-3 13 11 16,6 18 0-16,5 4-25 16,13 10-134-16,0 22-60 15,0-4-89-15</inkml:trace>
  <inkml:trace contextRef="#ctx0" brushRef="#br0" timeOffset="81574.75">4182 7423 396 0</inkml:trace>
  <inkml:trace contextRef="#ctx0" brushRef="#br0" timeOffset="81653.42">4182 7423 396 0,'231'30'67'0,"-231"-8"-14"0,0 10-17 0,0-3-11 0,0-3-13 15,16 2-6-15,8-3-2 16,8 0-4-16,7-2-80 15,-2-7-188-15</inkml:trace>
  <inkml:trace contextRef="#ctx0" brushRef="#br0" timeOffset="82013.25">4879 7565 286 0,'0'0'186'0,"0"0"-136"0,0 0-45 16,0 0 12 0,0 0 28-16,0 0-34 0,0 63-3 15,0-47-3-15,5-4 0 16,11-5-2-16,0-7-3 15,15 0 2-15,1-7 7 16,5-11-2-16,-6-4-5 0,-10 8 6 16,-10 5 37-16,-6 5-6 15,3 4-20-15,0 0-19 16,10 0-3-16,11 23 1 16,3 5-36-16,-3-8-99 15,-3-3-272-15</inkml:trace>
  <inkml:trace contextRef="#ctx0" brushRef="#br0" timeOffset="82185.13">5402 7533 379 0,'0'0'285'0,"0"0"-224"0,0 0-61 15,0 0 9-15,0 0-5 16,200-17-4-16,-160 17-48 16,-17 0-59-16,-17 3-214 15</inkml:trace>
  <inkml:trace contextRef="#ctx0" brushRef="#br0" timeOffset="82481.92">5981 7335 445 0,'0'0'168'0,"0"0"-144"0,0 0-11 16,0 0 33-16,0 0-6 15,0 0-12-15,60 133-11 16,-83-100-2-16,-22 1-9 15,6-11-4-15,15-4-1 16,16-3 0-16,8-3-2 16,8 3-2-16,55-5 2 15,24-6 0-15,18-3-8 16,-2-2-67-16,-6 0-139 16</inkml:trace>
  <inkml:trace contextRef="#ctx0" brushRef="#br0" timeOffset="83373">6986 7420 295 0,'0'0'198'16,"0"0"-81"-16,0 0-32 0,0 0-54 0,0 0-3 15,244-18-5-15,-141 18-9 16,-14 0-11-16,-26 0-5 16,-15 0 2-16,-41 15-60 15,-7 11-112-15,-78 6-112 16</inkml:trace>
  <inkml:trace contextRef="#ctx0" brushRef="#br0" timeOffset="83482.36">6907 7616 161 0,'0'0'191'0,"0"0"-85"16,0 0-61-16,0 0 4 15,210 47-22-15,-57-43-27 16,7-4-41-16,-21 0-250 16</inkml:trace>
  <inkml:trace contextRef="#ctx0" brushRef="#br0" timeOffset="83857.37">8219 7350 377 0,'0'0'210'0,"0"0"-112"15,0 0-50-15,0 0-37 16,0 0-8-16,0 0 0 16,-103 131-1-16,111-94-2 15,48-20 0-15,22-17 0 16,14-6-6-16,1-35 5 15,-17-8-36-15,-37-4-4 0,-39 5 24 16,0 3 17-16,-37 10 6 16,-20 12-2-16,-4 16-4 15,14 7 0-15,2 7-3 16,29 29-31-16,11 1-141 16,5-4-59-16</inkml:trace>
  <inkml:trace contextRef="#ctx0" brushRef="#br0" timeOffset="84013.57">8550 7471 353 0,'0'0'119'15,"0"0"-102"-15,0 0 33 16,-55 119-12-16,50-81-26 16,5-7-7-16,0-6-5 15,31-4 0-15,14-12-113 0,0-6-167 16</inkml:trace>
  <inkml:trace contextRef="#ctx0" brushRef="#br0" timeOffset="84294.78">8826 7590 349 0,'0'0'189'0,"0"0"-176"16,0 0 17-16,0 0 12 15,0 141-20-15,0-117-11 16,0-5-4-16,27-11-5 0,4-5-2 16,6-3-3-1,-5-4 3-15,-3-18-4 0,-11-1 8 16,-13 8-2-16,3 8 1 16,-8 3 46-16,0 4-7 15,8 0-37-15,8 0-4 16,13 14-2-16,-3 10-31 15,-2-7-134-15,5-4-342 16</inkml:trace>
  <inkml:trace contextRef="#ctx0" brushRef="#br0" timeOffset="84482.27">9276 7684 481 0,'0'0'177'0,"0"0"-151"0,0 0-21 15,0 0 7-15,0 0-12 16,224 8-36-16,-187-8-118 16,-14 0-259-16</inkml:trace>
  <inkml:trace contextRef="#ctx0" brushRef="#br0" timeOffset="84794.73">9755 7525 245 0,'0'0'151'0,"0"0"-62"15,0 0-46-15,0 0 19 16,0 0-28-16,0 0-10 15,108 10-6-15,-100 6-9 16,-8 7-4-16,0 8 1 16,-24 4 1-16,3 2-3 15,21 6 0-15,0-2 4 16,13 2 4-16,40-8 1 16,-6-5-3-16,-8-6-6 0,-18-11 0 15,-13-3-3-15,-8-4 1 16,0-4-2-16,0 7 6 15,-13-2-12-15,-26-6-57 16,-1-1-223-16</inkml:trace>
  <inkml:trace contextRef="#ctx0" brushRef="#br0" timeOffset="85888.37">9547 7599 145 0,'0'0'58'0,"0"0"-6"0,0 0 35 0,0 0-3 16,0 0-12-16,0 0-35 15,68-10 4-15,-12 7-13 16,4 0-17-16,1 2-5 15,-6 1 1-15,-10 0-4 16,-19 0-2-16,-13 0 2 0,-13 8-3 16,0 17 4-16,-39 4 3 15,-22 6 7-15,9 3-9 16,4-2-1-16,24-4-2 16,17-3-4-16,7-8-1 15,0-4 1-15,7 0 1 16,17 3 1-16,13 0 1 15,-3 4 0-15,3 0 4 16,2 4-5-16,9 4 0 16,-4-1 1-16,-4-7-1 15,-9-5 2-15,-15-6-2 16,-16-11 4-16,0-2 0 16,-65 0 4-16,-41 0-8 0,-20 0-2 15,2 0-44-15,32 0-68 16,32 0-133-16</inkml:trace>
  <inkml:trace contextRef="#ctx0" brushRef="#br0" timeOffset="86248.05">10612 7298 468 0,'0'0'150'0,"0"0"-78"0,0 0-47 0,0 0-16 16,0 0 14-1,-18 125-1-15,18-58-16 16,0 4-4-16,0-7-2 16,0-7-10-16,0-18-94 0,0-20-162 15</inkml:trace>
  <inkml:trace contextRef="#ctx0" brushRef="#br0" timeOffset="86388.66">10326 7544 508 0,'0'0'155'16,"0"0"-104"-16,0 0-47 16,0 0 2-16,247-30-1 15,-126 30-5-15,-19 0-49 16,-15 0-257-16</inkml:trace>
  <inkml:trace contextRef="#ctx0" brushRef="#br0" timeOffset="86654.27">11036 7255 352 0,'0'0'163'16,"0"0"-85"-16,0 0-61 15,0 0 36-15,0 0 1 16,255 57-22-16,-211-12-16 16,-28 4 2-16,-16 3-10 0,-31 6 5 15,-54-6-5-15,-14-8 0 16,20-8-8-16,21-14 5 16,34-3-4-16,24-3-1 15,8-1-4-15,74-4 4 16,33-5-2-16,19-6-14 15,-5 0-102-15,-18-20-306 16</inkml:trace>
  <inkml:trace contextRef="#ctx0" brushRef="#br0" timeOffset="86919.88">12085 7063 330 0,'0'0'195'0,"0"0"-104"16,0 0-34-16,0 0-36 16,-160 166 46-16,73-36-10 15,10 18-29-15,22-4-13 16,32-14-11-16,23-22-4 15,10-30-3-15,51-21-29 16,7-26-62-16,-5-30-318 16</inkml:trace>
  <inkml:trace contextRef="#ctx0" brushRef="#br0" timeOffset="87310.45">12177 7467 266 0,'0'0'274'0,"0"0"-159"15,0 0-73-15,0 0-25 16,0 0 7-16,0 0 6 0,0 77-11 15,0-42-11 1,0-2-8-16,0-14 1 0,0-7 0 16,8-11-1-16,29-1-3 15,13-10 1-15,2-22-3 16,3-1-2-16,-18 6 7 16,-13 8 4-16,-8 10-2 15,-11 6 21-15,-2 3-12 16,-3 3-10-16,0 28-2 15,0 14-1-15,0 8-41 16,0-12-143-16,0-18-249 16</inkml:trace>
  <inkml:trace contextRef="#ctx0" brushRef="#br0" timeOffset="87498.22">12600 7551 562 0,'0'0'178'0,"0"0"-166"15,0 0 3-15,242-6-11 16,-165 6-4-16,-17 3 0 16,-28-3-116-16,-32 0-441 15</inkml:trace>
  <inkml:trace contextRef="#ctx0" brushRef="#br0" timeOffset="88638.74">13026 7359 304 0,'0'0'210'0,"0"0"-109"0,0 0-41 0,0 0-29 15,284-72 10-15,-184 72-7 16,-21 0-7-16,-16 18-17 15,-39 15-1-15,-24 6-6 16,-18 8 4-16,-66 0 4 16,-16-2-3-16,23-10-5 15,22-9 1-15,31-7-4 16,24-9-2-16,0 0-8 16,61-10-13-16,34 0-25 15,20-14-105-15,9-26-92 16,-16-8-92-16</inkml:trace>
  <inkml:trace contextRef="#ctx0" brushRef="#br0" timeOffset="88779.34">13944 6964 519 0,'0'0'166'16,"0"0"-110"-16,0 0-35 16,24 176 39-16,21-42-38 15,-27 32-18-15,-18 0-4 16,-118-14-126-16</inkml:trace>
  <inkml:trace contextRef="#ctx0" brushRef="#br0" timeOffset="92108.24">4222 9048 80 0,'0'0'108'15,"0"0"-11"-15,0 0 19 0,0 0 2 0,0 0-36 0,0 0-6 16,0 0-21-16,-53-55-25 15,50 52 3-15,3 3-17 16,-5 0-7-16,2 13-9 16,-2 21 0-16,-3 9-1 15,8 1 0-15,0-12 1 16,0-13-9-16,6-6-19 16,33-13-9-16,8 0 11 15,9-32 3-15,-4-12 2 16,-5-10-3-16,-18-1 13 15,-21 1 11-15,-8 6 0 0,0 13 2 16,-29 7 1-16,-34 14 3 16,0 11-5-16,3 3-1 15,15 13 0-15,27 19-3 16,18 6-105-16,0-6-174 16</inkml:trace>
  <inkml:trace contextRef="#ctx0" brushRef="#br0" timeOffset="92170.73">4222 9048 184 0</inkml:trace>
  <inkml:trace contextRef="#ctx0" brushRef="#br0" timeOffset="92280.13">4222 9048 184 0,'231'19'329'0,"-231"-1"-265"0,0 8-27 0,0 8 52 0,0 6-48 0,-8 2-17 16,8 2-14-16,0-1-7 16,0-9-3-16,8-2-1 15,29-10-39-15,10-15-110 16,6-7-201-16</inkml:trace>
  <inkml:trace contextRef="#ctx0" brushRef="#br0" timeOffset="92530.73">4776 9278 396 0,'0'0'142'0,"0"0"-117"0,0 0 79 15,0 0-35-15,-84 146-43 16,84-108-11-16,0-5-11 15,21-4-1-15,21-10-3 16,19-14-8-16,2-5-4 16,11-7-12-16,-19-20 3 15,-16 3-10-15,-15 5 27 16,-16 7 4-16,-8 6 12 16,0 6 11-16,0 0-15 15,0 22-8-15,-3 16-3 16,3 1-26-16,0-8-121 15,16-9-195-15</inkml:trace>
  <inkml:trace contextRef="#ctx0" brushRef="#br0" timeOffset="92749.37">5371 9449 389 0,'0'0'299'16,"0"0"-203"-16,0 0-61 16,0 0-29-16,0 0 3 15,0 0-4-15,202-9-5 16,-120 18-5-16,-19-5-111 16,-18-4-354-16</inkml:trace>
  <inkml:trace contextRef="#ctx0" brushRef="#br0" timeOffset="93109.43">6128 9358 340 0,'0'0'52'0,"0"0"24"16,0 0 11-16,0 0-33 0,0 0-22 31,0 0 26-31,-87 85-18 0,19-48-26 0,36 0-13 16,32 0 0-16,8 2 0 15,77 2 10-15,17-2 3 16,-5-3-8-16,-26-8 5 15,-31-9-6-15,-40 0-2 16,-16 0 1-16,-76 7 3 16,-32 2-2-16,-7-5-5 15,7-2-11-15,38-5-17 16,25-5-30-16,32-2-91 16,29-9-167-16</inkml:trace>
  <inkml:trace contextRef="#ctx0" brushRef="#br0" timeOffset="93437.53">6820 9287 511 0,'0'0'191'0,"0"0"-125"0,0 0-42 0,0 0-7 0,202-30-4 16,-102 28-11-16,0 2-2 15,-31 0-7-15,-46 6-98 16,-23 16-191-16,-37 4-65 16</inkml:trace>
  <inkml:trace contextRef="#ctx0" brushRef="#br0" timeOffset="93531.36">6859 9469 179 0,'-13'11'196'16,"13"4"-119"-16,0-3-21 0,53-2-33 15,31-3-20-15,18-7-3 16,12 0-162-16</inkml:trace>
  <inkml:trace contextRef="#ctx0" brushRef="#br0" timeOffset="93828.79">7796 9311 506 0,'0'0'112'0,"0"0"-70"16,0 0-5-16,0 0-15 16,-64 122-12-16,128-106-8 15,12-13 0-15,8-3 5 16,0-16-6-16,-13-22 0 16,-18-12 1-16,-30-1 2 15,-15 0 3-15,-8 2-5 16,-15 4 1-16,-46 11 0 15,-10 21-3-15,-5 13 0 16,28 6-7-16,17 27-83 16,23 1-128-16,8-2-123 15</inkml:trace>
  <inkml:trace contextRef="#ctx0" brushRef="#br0" timeOffset="93953.31">7796 9311 353 0,'260'59'175'16,"-260"-34"-118"-16,0 13 28 15,0-5-49-15,0 1-23 16,16-5-7-16,7-6-2 31,1-4-4-31,5-10-13 0,-5-9-137 0,-1 0-178 16</inkml:trace>
  <inkml:trace contextRef="#ctx0" brushRef="#br0" timeOffset="94234.53">8419 9395 456 0,'0'0'183'0,"0"0"-156"15,0 0 39-15,0 0-31 16,0 0-18-16,-40 138-9 31,40-119-5-31,19-7-3 16,10-8 0-16,8-4-8 15,13 0-2-15,2-20-3 16,3-2-5-16,-26 9 17 16,-5 6 1-16,-24 4 9 0,8 3 16 0,-8 0-21 15,0 4-4-15,0 28-4 16,0 3-28-16,-8-4-223 16</inkml:trace>
  <inkml:trace contextRef="#ctx0" brushRef="#br0" timeOffset="94547.05">8982 9571 662 0,'0'0'109'0,"0"0"-80"0,0 0-26 0,0 0-3 16,0 0 2-16,0 0-2 15,76 22 0-15,-21-15-88 16,14-7-279-16</inkml:trace>
  <inkml:trace contextRef="#ctx0" brushRef="#br0" timeOffset="94938.06">9608 9303 618 0,'0'0'127'0,"0"0"-96"0,0 0-28 16,0 0 1 0,0 0 6-16,-100 126-7 0,100-77 2 15,0-7-5-15,29-10-5 16,34-10-54-16,13-19-49 16,-5-3-12-16,-11-6-66 15,-28-17 61-15,-24 1 125 16,-8 6 110-16,0 9 65 15,0 4-48-15,0 3-70 16,0 10-51-16,-21 32-4 16,-5 6-4-16,-3-7-218 15</inkml:trace>
  <inkml:trace contextRef="#ctx0" brushRef="#br0" timeOffset="95532.58">5949 9260 135 0,'0'0'131'0,"0"0"18"16,0 0-11-16,0 0-29 0,0 0-38 0,0 0-26 15,-23-19-42-15,23 29 0 16,23 9 1-16,9-2-4 15,7 1-57-15,6-12-142 16</inkml:trace>
  <inkml:trace contextRef="#ctx0" brushRef="#br0" timeOffset="96517.9">10302 9498 495 0,'0'0'162'0,"0"0"-98"0,0 0-25 0,0 0-16 0,0 0-19 16,247 0-4-16,-171 0-1 15,-20 0-86-15,-20 0-241 16</inkml:trace>
  <inkml:trace contextRef="#ctx0" brushRef="#br0" timeOffset="96674.05">10589 9424 400 0,'0'0'118'16,"0"0"-92"-16,0 0 67 0,-64 130-40 15,49-72-25-15,7 9-21 16,2-3-7-16,6-13-19 16,0-19-215-16</inkml:trace>
  <inkml:trace contextRef="#ctx0" brushRef="#br0" timeOffset="96939.66">11235 9257 406 0,'0'0'214'0,"0"0"-168"0,0 0-30 16,0 0 14-16,0 0-8 15,0 0-3-15,124 138 5 16,-203-88-8-16,-13 2-11 15,16-3-2-15,29-11-3 16,33-4 0-16,14-11-4 16,48-7-9-16,41-8-67 15,19-8-149-15,2-3-246 16</inkml:trace>
  <inkml:trace contextRef="#ctx0" brushRef="#br0" timeOffset="97205.81">11993 8875 207 0,'0'0'271'15,"0"0"-189"-15,0 0-67 16,-147 146 100-16,86-46-36 15,-10 11-44-15,8 5-5 16,3-5-16-16,15-18-12 0,13-13-4 16,24-20-1-16,8-16-41 15,0-17-53-15,56-20-220 16</inkml:trace>
  <inkml:trace contextRef="#ctx0" brushRef="#br0" timeOffset="97518.28">12040 9321 282 0,'0'0'252'0,"0"0"-144"16,0 0-84-16,0 0 18 15,0 0 17-15,0 0-32 0,-2 124-16 16,2-84-8-16,0-11-1 15,0-12-1-15,0-7-2 16,0-10 1-16,0 0 0 16,23-12-7-16,22-17-4 15,-3 1 6-15,-5 5 5 16,-21 11 7-16,-1 8-4 16,-7 4 14-16,-2 0-14 15,1 4 1-15,-4 25-7 16,-3 15 3-16,0 0-40 15,0-5-152-15</inkml:trace>
  <inkml:trace contextRef="#ctx0" brushRef="#br0" timeOffset="97752.62">12564 9481 727 0,'0'0'93'0,"0"0"-87"0,0 0 2 16,260 4-8-1,-189-2-3-15,-8 1-22 0,-26-3-136 16</inkml:trace>
  <inkml:trace contextRef="#ctx0" brushRef="#br0" timeOffset="98330.97">13329 9175 198 0,'0'0'224'15,"0"0"-115"-15,0 0-50 0,0 0-4 16,0 0-6-16,0 0-35 16,13-20-1-16,-13 37-3 15,0 11-1-15,0 5 4 16,0 5 20-16,0 6-24 15,-13-1-1-15,2-6-2 16,3-6-6-16,3-12 0 16,5-8 1-16,0-4-1 15,0-4 2-15,-2-3-2 16,2 0 2-16,0 0 1 16,-6 0-1-16,6 0 0 0,0 0 3 15,0 0-3 1,0 0-2-16,0 0-6 0,0 0 6 15,8 0-4-15,29 0 4 16,-5 0 0-16,-3 0 1 16,-14 0 0-16,-12 0-1 15,2 0 0-15,-5 0 0 16,0 0-1-16,0 0 3 16,0 0-1-16,0 0-1 15,0 0 5-15,0 0-4 16,0 0 0-16,0 0 3 15,3 0-3-15,5 0-2 16,5 0-3-16,3 0-1 16,-1 0-27-16,-7 0-65 0,-8 0-115 15,0 0-132 1</inkml:trace>
  <inkml:trace contextRef="#ctx0" brushRef="#br0" timeOffset="98909.03">13410 9082 247 0,'0'0'192'0,"0"0"-72"0,0 0-59 0,0 0-4 0,0 0-35 15,0 0-14-15,0 70 45 16,0-9-18-16,-29 3-9 16,-7-4-5-16,1-8-18 15,7-12 7-15,4-7-5 16,24-5-4-16,0-4 3 16,0-5 0-16,45 0 0 15,10-7-3-15,24-5-1 16,-3-7 0-16,-5 0 0 0,-5 0-22 15,-3-7-29-15,-16-16-140 16,-7-8-308-16</inkml:trace>
  <inkml:trace contextRef="#ctx0" brushRef="#br0" timeOffset="103510.06">13126 9236 25 0,'0'0'28'0,"0"0"12"0,0 0 2 0,0 0-4 0,0 0-8 16,0 0 27-16,0 0 17 15,-21-26-11-15,21 22 18 16,-2-2-15-16,-4 6-14 16,4-9-10-16,-3 6 2 15,2-6-12-15,-2 2-13 16,2-2-6-16,-2 2-2 16,5 0-5-16,0 4 2 15,0 2-4-15,0-4-2 16,5-1-1-16,34-1-1 15,22-2 2-15,-6 2-3 16,-2 1 5-16,-6 3-7 16,-7 3 6-16,-9 0-3 0,-7 0 1 15,-3 0 1 1,-13 16-2-16,-8 6 6 0,0 7-5 16,-6 6 1-16,-41 4 4 15,-16 5-3-15,0 0-3 16,-3-8 0-16,19-5 1 15,7-8-2-15,25-4 2 16,7-7-2-16,2-5 5 16,6 0-7-16,0-1 3 15,6-3-9-15,25 0 2 16,17-3-14-16,-1 0 8 16,6 0 8-16,-6 0 5 15,-2 3 3-15,-1 13-3 0,-2 1 0 16,8 12 3-1,-8 6 5-15,3 8 12 0,-5-2-9 16,-9-1-1-16,-18-6-7 16,-10-7 3-16,-3-5 16 15,-3-7-10-15,-57-2-4 16,-19-4 6-16,-21-5-14 16,0-4 0-16,8 0 0 15,24 0-37-15,4-12-81 16,20-21-430-16</inkml:trace>
  <inkml:trace contextRef="#ctx0" brushRef="#br0" timeOffset="104275.92">14184 8927 580 0,'0'0'189'0,"0"0"-150"0,210 127 22 0,-165-18-9 15,-45 31-33-15,-87 35-14 16,-134 9-5-16,-81-10-116 15</inkml:trace>
  <inkml:trace contextRef="#ctx0" brushRef="#br0" timeOffset="114065.2">14873 4027 224 0,'0'0'128'0,"0"0"-91"0,0 0-16 0,0 0 30 16,0 0 12-16,0 0-12 16,0 0-5-16,-11-17-8 15,11 14-12-15,0 0 1 16,0 0 10-16,0 0-24 15,0-3-2-15,0-1-6 16,0-2-3-16,8-2-2 16,31 2-2-16,17-1 2 0,-4 4 0 15,4 6 5 1,-12 0-2-16,-12 16-3 0,-19 23 1 16,-13 15-1-16,-5 16 10 15,-66 7-10-15,-21-4-2 16,0-9 2-16,5-20 1 15,26-15 0-15,24-14-2 16,22-8 2-16,15-7-5 16,0 0 0-16,52-3 0 15,17-10 4-15,2 3 0 16,5 5 1-16,-13 5 0 16,-2 0 7-16,-1 9-8 15,-5 6 2-15,0-4 1 0,1-8-2 16,-19-3 0-1,2 0 3-15,-15 0-4 0,-9-14 2 16,-7-1-2-16,-2 4-30 16,-6 0-144-16,0 1-287 15</inkml:trace>
  <inkml:trace contextRef="#ctx0" brushRef="#br0" timeOffset="114471.4">16198 4236 485 0,'0'0'143'0,"0"0"-67"0,0 0-22 0,0 0-7 16,0 0-25-16,0 0-10 0,-8-9-12 15,8 4 1 1,0-2 2-16,0 0-2 0,0 0 0 15,0 5 1-15,0-1-2 16,0 3 4-16,0 0-4 16,-8 0 0-16,0 0 0 15,3 12-4-15,3 10 2 16,2 4-7-16,0-10-85 16,0-16-369-16</inkml:trace>
  <inkml:trace contextRef="#ctx0" brushRef="#br0" timeOffset="115362.34">17779 4138 239 0,'0'0'185'0,"0"0"-82"0,0 0 11 0,0 0-7 16,0 0-55-16,0 0-35 16,-16 0-15-16,79 0 1 15,21 9 3 1,8 1-4-16,-13-1-2 0,-8 4-3 16,-42 4-125-16,-29-1-194 15</inkml:trace>
  <inkml:trace contextRef="#ctx0" brushRef="#br0" timeOffset="115471.83">17697 4400 488 0,'0'0'181'0,"0"0"-177"15,0 0 1-15,0 0 2 16,237 16-7-16,-127-16-15 0,-12 0-373 16</inkml:trace>
  <inkml:trace contextRef="#ctx0" brushRef="#br0" timeOffset="117034.69">19770 3239 86 0,'0'0'40'0,"0"0"-13"0,0 0 2 0,0 0 8 0,0 0 38 0,0 0-1 16,0 0-14 0,-148-64-21-16,111 61 7 15,8 2-1-15,3 1 3 16,10 0 3-16,16 0-24 0,0 1-27 15,71 17 0-15,90-2 4 16,73-2 2-16,58-5 0 16,10-4-3-16,-18-3-3 15,-50 1 1-15,-44-3 2 16,-56 3 5-16,-42-1-4 16,-45-1-4-16,-18-1 3 15,-21 4-4-15,-8-4 1 16,0 0-2-16,0 4 1 15,-13 1-28-15,-11-5-85 16,8 0-209-16</inkml:trace>
  <inkml:trace contextRef="#ctx0" brushRef="#br0" timeOffset="118442.64">5003 6940 210 0,'0'0'77'0,"0"0"-49"0,0 0-18 0,0 0-7 16,0 0 9-16,0 0 3 15,0 0 15-15,-3-29-6 16,3 29-7-16,0-1 15 15,0 1 10-15,0 0-14 16,0 0-14-16,0 0-5 16,0 0-6-16,0 0-3 15,0 0 0-15,24 0 0 16,28 4 6-16,19 5-4 16,29 4-2-16,24-4 1 15,23-2 1-15,40-1 1 16,34 0-2-16,34-2-1 0,24-4 3 15,23 0 0-15,19 0-3 16,-11 0 0 0,1 0 1-16,-35 0 0 0,-37 0-1 15,-23 0 3-15,-14 0-7 16,-2 0 8-16,0 0-4 16,16 0 2-16,-6 0-2 15,-13 0 0-15,-10 0 0 16,-19 0 0-16,-10 0-1 15,-5 0 1-15,-6 5 2 16,-10 2 19-16,-11-3-8 0,-3 1-5 16,-2-3-1-1,-13 1-2-15,-16 2-1 0,-21-2 0 16,-8 3-1-16,-23-2 2 16,-11 3 4-16,0-4-2 15,-14 0-2-15,-4-3-1 16,-3 0-1-16,-8 0-2 15,0 0-1-15,0 0 3 16,0 0-3-16,0 0-4 16,0 1-17-16,-3 4-84 15,-20-5-243-15</inkml:trace>
  <inkml:trace contextRef="#ctx0" brushRef="#br0" timeOffset="119599.47">19067 4269 204 0,'0'0'101'0,"0"0"-64"0,0 0 11 0,0 0 50 0,-205 66-21 16,182-33-17-16,15 4-22 15,8-4-31-15,8-5 4 16,52-11-10-16,35-11 2 16,13-6 0-16,5-3-2 15,-11-29 3-15,-18-10-3 16,-21-9 2-16,-26-9-1 15,-29 2 1-15,-8 0-2 16,-39 5 4-16,-38 16-5 16,-9 16 0-16,-6 14 7 15,7 7-6-15,30 14-1 0,11 26-8 16,28 13-1 0,16-2-127-16,0-7-198 0</inkml:trace>
  <inkml:trace contextRef="#ctx0" brushRef="#br0" timeOffset="119786.95">19499 4374 372 0,'0'0'97'0,"0"0"-81"16,0 0 13-16,0 0 6 15,0 0-3-15,0 0-16 16,15 90-7-16,20-65-7 15,1-2-2-15,1-6-50 16,-5-16-158-16</inkml:trace>
  <inkml:trace contextRef="#ctx0" brushRef="#br0" timeOffset="120068.68">19793 4410 330 0,'0'0'120'0,"0"0"-110"16,0 0 52-16,0 0 8 16,0 0-35-16,-31 146-19 15,31-115-11-15,15-8-4 16,20-10-1-16,15-13-32 0,-3 0-4 16,-8-13-36-1,1-16-21-15,-24 4 74 0,-9 5 19 16,-1 5 42-16,-6 6 39 15,0 9-15-15,2 0-48 16,6 0-16-16,8 17-2 16,5 7-3-16,11-6-119 15,7-8-290-15</inkml:trace>
  <inkml:trace contextRef="#ctx0" brushRef="#br0" timeOffset="120318.7">20280 4486 423 0,'0'0'188'15,"0"0"-156"-15,0 0-31 16,0 0 5-16,0 0-3 16,247 31-3-16,-187-23-102 15,-25-6-267-15</inkml:trace>
  <inkml:trace contextRef="#ctx0" brushRef="#br0" timeOffset="120599.88">20811 4431 95 0,'0'0'282'16,"0"0"-147"-16,0 0-73 16,0 0-22-16,0 0 15 15,0 0-22-15,66 48-10 16,-61-12-3-16,-5-1-9 15,0-4-3-15,0-4 1 16,-21-9-6-16,10-3-3 0,6-8 3 16,5 0-3-1,0-3-1-15,37 1-1 0,50-1-5 16,26-4-45-16,10 0-170 16,-12-1-273-16</inkml:trace>
  <inkml:trace contextRef="#ctx0" brushRef="#br0" timeOffset="122100.34">22118 4240 141 0,'0'0'103'0,"0"0"-1"0,0 0-6 16,0 0-9-16,0 0-22 15,0 0-14-15,-32-58-1 16,32 58-22-16,0 0-20 15,0 11 0-15,0 21-1 16,0 5 14-16,0 8-10 0,0 0-10 16,0 0 5-16,8-3-5 15,-2-5-1-15,-4-5-33 16,4-11-79-16,-6-13-112 16,0-8-68-16</inkml:trace>
  <inkml:trace contextRef="#ctx0" brushRef="#br0" timeOffset="122272.16">21831 4358 356 0,'0'0'190'0,"0"0"-109"0,0 0-36 16,0 0-16-16,0 0-13 15,0 0-4-15,277-34-10 16,-214 34-4-16,-11 11-100 15,-4-7-252-15</inkml:trace>
  <inkml:trace contextRef="#ctx0" brushRef="#br0" timeOffset="122772.1">22620 4169 200 0,'0'0'165'0,"0"0"-36"15,0 0-74-15,0 0-5 16,0 0-8-16,0 0-17 15,208-21-3-15,-208 58-7 16,0 7-4-16,-26 8 5 16,-35-3-12-16,6-2 4 15,10-9-8-15,22-11 2 16,15-5-1-16,8-10-1 16,0 1 2-16,26-6-1 15,27-4 0-15,10-3-1 16,18 0-37-16,-2 0-38 0,0 0-110 15,-10-20-156-15</inkml:trace>
  <inkml:trace contextRef="#ctx0" brushRef="#br0" timeOffset="123100.19">23328 3902 318 0,'0'0'127'0,"0"0"-45"15,0 0 6-15,0 0-37 16,0 0-42-16,0 0 39 15,-40 131-9-15,40-59-26 16,0-1-8-16,0-1 2 16,8-12-5-16,16-7-4 15,-8-6 0-15,-1-10-87 16,1-16-104-16,0-14-166 16</inkml:trace>
  <inkml:trace contextRef="#ctx0" brushRef="#br0" timeOffset="123443.93">23520 4220 217 0,'0'0'125'16,"0"0"-38"-16,0 0 10 15,0 0-36-15,0 0-26 16,0 0 7-16,42 19-16 15,-13 1-15-15,-13 0-3 16,-1-8-7-16,-2-2-1 16,-10-4 1-16,2-6 2 15,-5 0-3-15,0 0 4 0,8-6 2 16,8-14-6 0,8-6-7-16,-1 1-2 0,14 10 3 15,-13 5 5-15,0 7 1 16,-6 3 0-16,3 0-2 15,-5 8-1-15,-8 21 2 16,-3 5-6-16,-5 1-88 16,0-7-196-16</inkml:trace>
  <inkml:trace contextRef="#ctx0" brushRef="#br0" timeOffset="123678.26">24206 4215 426 0,'0'0'224'15,"0"0"-141"-15,0 0-52 16,0 0-26-16,0 0 4 15,0 0-9-15,134 44-15 16,-65-34-160-16,2-10-315 16</inkml:trace>
  <inkml:trace contextRef="#ctx0" brushRef="#br0" timeOffset="123834.49">24701 4154 377 0,'0'0'155'15,"0"0"-84"-15,0 0-51 16,0 0-19-16,0 0 3 16,0 0 2-16,47 119-6 15,-47-85-131-15,0-8-179 16</inkml:trace>
  <inkml:trace contextRef="#ctx0" brushRef="#br0" timeOffset="124303.24">24619 4210 331 0,'0'0'135'0,"0"0"-56"0,0 0-18 15,0 0 8-15,0 0-21 0,0 0-23 16,0-44-25-16,0 63 0 15,0 21 0 1,0 14 0-16,0 3-33 0,8-7-135 16,0-14-379-16</inkml:trace>
  <inkml:trace contextRef="#ctx0" brushRef="#br0" timeOffset="125100.38">24317 4316 239 0,'0'0'127'0,"0"0"-76"0,0 0-27 0,0 0-5 16,0 0 6-16,0 0-17 15,-24-19-5-15,24 19-3 16,0 0 7-16,0 0-2 15,0 0 41-15,0 0-10 16,0 0-19-16,0 0-17 16,29 0 2-16,10 0 0 15,9 0 0-15,-4 4-2 16,-9 2 0-16,-12-3-6 16,-10-3 0-16,-13 0 6 15,0 0 3-15,0 0-1 0,0 0 0 16,-47 0-2-16,-13-3 1 15,-9-4 6-15,-2 1-6 16,11 2-1-16,12-1 7 16,27 5 8-16,13 0-15 15,8 0-1-15,0 0-15 16,37 9-4-16,32-2-165 16</inkml:trace>
  <inkml:trace contextRef="#ctx0" brushRef="#br0" timeOffset="125319.17">24317 4316 328 0</inkml:trace>
  <inkml:trace contextRef="#ctx0" brushRef="#br0" timeOffset="125522.26">24317 4316 328 0,'271'0'112'0,"-250"0"-97"0,2-8-10 0,1-3 7 0,0-1 12 0,-3-1-24 0,-11-9 0 16,3-3-3-16,-5-8 2 15,-5-2 1-15,5-1 4 16,-8 6 16-16,0 3 24 0,0 5-7 15,0 10 7-15,0 5 11 16,0 7-22 0,0 0-10-16,0 0-18 0,5 4 0 15,11 28-3-15,5 4 1 16,2 11 7-16,4 3-8 16,10-2-2-16,-1 3 0 15,-4-1 1-15,-8 0-1 16,-22-13-116-16,-2-6-197 15</inkml:trace>
  <inkml:trace contextRef="#ctx0" brushRef="#br0" timeOffset="125694.15">24672 4525 491 0,'0'0'110'0,"0"0"-84"16,0 0 51-16,0 0-34 15,271-33-37-15,-182 30-4 16,-10 3-2-16,-24 0-53 16,-26-7-174-16,-29-5-239 15</inkml:trace>
  <inkml:trace contextRef="#ctx0" brushRef="#br0" timeOffset="125897.21">25221 3936 505 0,'0'0'131'0,"232"159"-40"16,-103-42-5-16,-43 7-38 16,-57-6-34-16,-29 6-10 15,-84 10-2-15,-79-9-2 16,-37-20-142-16</inkml:trace>
  <inkml:trace contextRef="#ctx0" brushRef="#br0" timeOffset="130820.82">15001 5842 97 0,'0'0'84'0,"0"0"-66"0,0 0 11 0,0 0 86 16,0 0-34 0,0 0-32-16,0 0-9 0,0 6-13 15,24-3-7-15,-3-3 2 16,3 0 21-16,-6 0-5 15,3 0-13-15,-5 0-7 16,13 0 0-16,-3 0-5 16,11-3-1-16,3 0-7 15,-1 0-2-15,0 0 3 16,-10 3-2-16,0 0 4 16,-18 0-7-16,-3 0 0 15,-8 3-1-15,0 18 0 16,-32 12 3-16,-31 11 2 15,-13 5-4-15,7 2-2 16,14-4 2-16,18-8-1 16,22-5 0-16,15-6 0 15,0-2 0-15,5 2 2 0,19-2-1 16,7-5 1-16,-2 3-2 16,-5-11 1-16,-14-3 0 15,-2-3-1-15,-8-4 0 16,0-2 0-16,0-1 3 15,-3 2-2-15,-36 1 0 16,-19 0-2-16,16 1 1 16,5 4-1-16,21 5-18 15,16-3-119-15,0-6-169 16</inkml:trace>
  <inkml:trace contextRef="#ctx0" brushRef="#br0" timeOffset="131164.54">15883 6339 558 0,'0'0'117'0,"0"0"-91"0,0 0-9 0,0 0-5 0,0 0-5 0,0 0-6 16,-8 0 2 0,8 0-3-16,0 0 0 0,0-6-3 15,15-7 3-15,1 0 3 16,-8 4 1-16,0 5 4 16,-8 2 27-16,0-1 5 15,0 3-15-15,0 0-19 16,0 0-6-16,0 6-11 15,0 16-60-15,-8-10-276 16</inkml:trace>
  <inkml:trace contextRef="#ctx0" brushRef="#br0" timeOffset="132039.44">17631 6132 187 0,'0'0'153'0,"0"0"-37"0,0 0 10 0,0 0-22 0,0 0-41 16,0 0-25 0,-21 0-20-16,58 0-18 15,18 0 6-15,32 0-3 16,-3 6-3-16,-15 10-80 0,-17-6-176 15,-44 3-167-15</inkml:trace>
  <inkml:trace contextRef="#ctx0" brushRef="#br0" timeOffset="132133.18">17739 6311 456 0,'0'0'110'0,"0"0"-107"16,0 0-3-16,0 0 0 15,203 28-2-15,-88-28-67 16,-7 0-228-16</inkml:trace>
  <inkml:trace contextRef="#ctx0" brushRef="#br0" timeOffset="134070.47">19083 4986 141 0,'0'0'58'0,"0"0"-45"0,0 0-5 0,0 0 41 0,0 0 47 16,0 0-13-16,-76 20-28 16,84-7 2-16,60 5-7 15,16 1-2-15,27-3-7 16,18-2-13-16,18-3-11 15,16-7-12-15,13-4 2 16,-5 0-2-16,-24 0-5 16,-31 0-5-16,-53 0-117 0,-47 0-296 15</inkml:trace>
  <inkml:trace contextRef="#ctx0" brushRef="#br0" timeOffset="139214.31">22794 4949 161 0,'0'0'43'0,"0"0"-34"0,0 0-2 0,0 0 65 15,0 0 2-15,0 0-6 16,0 0-8-16,-121-29-14 16,105 24-14-16,8 3-1 15,8-1 21-15,0 3-21 16,0 0-18-16,0 0-13 15,32 0 1-15,52 0-1 16,55 6 9-16,32 0 9 16,29-6-12-16,13 0 17 15,-8 0-17-15,-7 0 5 0,-27 0 2 16,-32 0-7-16,-31 0 0 16,-37 0-6-16,-27 0 0 15,-28 0 0-15,-11 0 2 16,-5 0 8-16,0 0 22 15,-7 0-26-15,-22 0-4 16,5 0-2-16,8 0 0 16,8 0-20-16,8 0-48 15,0 0-124-15,32-12-242 16</inkml:trace>
  <inkml:trace contextRef="#ctx0" brushRef="#br0" timeOffset="139652.37">26300 4521 330 0,'0'0'163'0,"0"0"-56"0,0 0-6 15,0 0-35-15,0 0-25 16,0 0-20-16,152-61-15 16,-60 52-3-16,-2 3-1 0,-6 0-2 15,-8 6 0-15,-16 0-20 16,-20 0-71-16,-11-1-215 15</inkml:trace>
  <inkml:trace contextRef="#ctx0" brushRef="#br0" timeOffset="139824.2">26686 4297 327 0,'0'0'224'15,"0"0"-120"-15,0 0-25 16,0 0-28-16,0 0-33 15,0 0-1-15,-55 109 7 16,55-33-18-16,31-2-6 0,14-4-12 16,-11-15-84-1,-13-20-254-15</inkml:trace>
  <inkml:trace contextRef="#ctx0" brushRef="#br0" timeOffset="140137.07">27281 4135 443 0,'0'0'143'0,"0"0"-116"15,0 0 29-15,0 0 8 16,0 0-35-16,0 0-8 16,178 146-9-16,-178-97-9 15,-31-2 8-15,-11-6-10 16,5-5 1-16,32-8-2 16,5-8-1-16,13-5 0 15,66-11 0-15,26-4-17 16,5 0-84-16,-2-22-295 15</inkml:trace>
  <inkml:trace contextRef="#ctx0" brushRef="#br0" timeOffset="140402.72">27943 4341 160 0,'0'0'484'15,"0"0"-416"-15,0 0-50 16,0 0 0-16,0 0 5 15,0 0 3-15,-8 80-22 16,40-66-3-16,7-7 0 16,6-7 0-16,10 0-1 15,1-14 2-15,-4-9 0 16,-12 2 4-16,-19 4 0 16,-6 8 27-16,-1 9 21 0,4 0-25 15,19 0-29-15,10 30-1 16,22 17-1-16,-22 0-62 15,-31-8-318-15</inkml:trace>
  <inkml:trace contextRef="#ctx0" brushRef="#br0" timeOffset="145122.46">24695 3059 114 0,'0'0'23'0,"0"0"7"0,0 0 3 0,0 0 67 0,0 0-3 16,0 0-9-16,0 0-33 15,6-34-25-15,-6 34-12 16,0 0 12-16,0-1-9 16,0 1-9-16,0 0-8 0,0 0-4 15,0 0 0 1,18 0 0-16,19 0 1 0,23 0 7 16,11 7-7-16,24 6 6 15,10 6-6-15,11 3 8 16,2-2-5-16,3 2-4 15,3 0 2-15,-6 0-3 16,-2-3 1-16,-3-3 0 16,-18-2 0-16,-19-2-1 15,-23-2 1-15,-22-8 0 16,-10-1-4-16,-5 3-28 16,8-3-49-16,7-1-91 15,1 0-102-15</inkml:trace>
  <inkml:trace contextRef="#ctx0" brushRef="#br0" timeOffset="145325.57">26439 3059 321 0,'0'0'127'16,"0"0"-103"-16,0 0 11 16,0 0 64-16,0 0 2 15,116 147-43-15,-80-93-25 16,-20-6-18-16,-16 1-8 15,0-11-3-15,-47 9 2 16,-58 5-6-16,-37 11 0 16,-24 2-65-16,3-5-213 15</inkml:trace>
  <inkml:trace contextRef="#ctx0" brushRef="#br0" timeOffset="149265.26">19391 4039 9 0,'0'0'83'0,"0"0"-46"0,0 0-27 0,0 0-2 0,0 0-2 0,0 0 2 16,0 0 13-16,39-86 0 16,-39 79 20-16,0 0 7 15,0 2 12-15,0 0-3 16,-5 4-16-16,-6-2-21 15,4 0 6-15,-1 3-1 16,8 0 5-16,-6 0-20 16,6 0-8-16,0 0 0 15,0 0 1-15,0 0-2 16,0 0 0-16,0 0 1 16,0 0 1-16,0 0-3 15,0 7 1-15,6 3 3 16,17 0-2-16,12-3-1 15,7 2-1-15,8-5 2 0,2 0-2 16,1 2 4-16,-6-3 0 16,8-2-3-16,-2 1 2 15,0 1 1-15,2 1 2 16,-3 4-5-16,4-1 0 16,4-3 4-16,6 2-4 15,2 0-1-15,8-3 0 16,1-3 7-16,2 0-6 15,-3 0 3-15,8 0-3 16,-13 0 0-16,-8 0 0 16,-2 0 7-16,-6 0-8 15,3 0 0-15,-3 0 1 0,0 0-1 32,8 1 9-32,6 2-9 0,7-3 1 0,0 3 0 15,1-3-1-15,-6 0 0 16,0 0 0-16,-3 0 0 15,0 0 1-15,-5 0-2 16,-2 0 1-16,-8 0-1 16,-4 0 2-16,4 0 0 15,10 0 4-15,6 0-6 16,7 0 1-16,3 0 0 16,-3 0-2-16,0-7 2 15,-5-3 0-15,6 1 3 16,-6 0-1-16,-3-1-1 15,-13 1-1-15,-2-1-3 16,2 3 3-16,5-2 2 0,9-4-2 16,-6 4 2-16,-8 0-4 15,-10-1 4-15,-6 3 0 16,1 1-2-16,5-1-2 16,2 0 1-16,0-3 2 15,-2 3-1-15,-8-3 0 16,-14 6 3-16,-7-2 4 15,-8 3-3-15,0-1 17 16,5-2-5-16,3 5-12 16,0-2 6-16,7 3-8 0,1 0 3 15,0 0-5 1,-1 0 0-16,-2 0 0 0,3-2 2 16,-6 2-2-16,3 0 2 15,-13 0-2-15,0 0-12 16,-8 6-74-16,-29 1-137 15</inkml:trace>
  <inkml:trace contextRef="#ctx0" brushRef="#br0" timeOffset="149891.2">21216 3483 144 0,'0'0'91'0,"0"0"2"0,0 0 8 15,0 0 11-15,0 0-39 0,0 0-25 16,-63-98-18-1,63 95-8-15,0 3-5 0,0 0 1 16,13 0-7-16,13 19-4 16,11 20 5-16,-5 12-2 15,-3 6 2-15,-11 0-9 16,-2 0 2-16,-11 0-4 16,-2-6 0-16,-3-6-1 15,0-6-5-15,0-7-52 16,-19-16-111-16,-2-7-307 15</inkml:trace>
  <inkml:trace contextRef="#ctx0" brushRef="#br0" timeOffset="150094.29">20950 3871 406 0,'0'0'93'0,"0"0"-66"15,0 0 40-15,0 0 6 16,0 0-30-16,0 0-15 15,274 112-12-15,-161-112-11 16,-5 0-1-16,-14-27-1 16,-17-4 0-16,-25-9-2 15,-25 6-2-15,-27 7-2 16,0 13-40-16,-35 11-76 16,-25 3-230-16</inkml:trace>
  <inkml:trace contextRef="#ctx0" brushRef="#br0" timeOffset="154721.7">3596 8276 271 0,'0'0'93'0,"0"0"-29"0,0 0-26 0,0 0 16 16,0 0-11-16,0 0-21 15,0 0-12-15,147-13-3 16,0 6-1-16,16 1 7 15,6 4 3-15,17-2 7 16,14 1-4-16,24 2-3 16,-1 1-2-16,-7 0-11 15,-14 0 1-15,-33 8-1 16,-30 1 2-16,-10 1 1 16,-27-2 0-16,-17-2-2 0,-9 1 1 15,-29-3 5-15,-7 2-1 16,-9-3 2-16,-10-3 3 15,-5 0 7-15,5 0-5 16,-18 0-4-16,-3 0 0 16,0 0-9-16,0 0 3 15,0 0-6-15,0 1-12 16,-48 5-97-16,-4 0-368 16</inkml:trace>
  <inkml:trace contextRef="#ctx0" brushRef="#br0" timeOffset="156300.81">19294 5064 142 0,'0'0'45'0,"0"0"-28"0,0 0 9 0,0 0 58 0,0 0-2 16,0 0-2-16,0 0-34 15,-208-75-33-15,205 75 0 16,-2-2 4-16,5 2 14 16,0 0-9-16,0 0-10 15,0 0-12-15,0 0 0 16,29 0 5-16,18 0-2 15,21 2 1-15,19 5 2 16,26 0 5-16,21-1 14 16,27-6 0-16,26 0-17 15,2 0 2-15,-10 0-8 16,-24-14 6-16,-24 5-7 16,-31-1-1-16,-23 2 2 15,-38 6-1-15,-15 0-1 16,-16 2 3-16,-3 0 3 0,3 0-6 15,8 0-1 1,10 0 0-16,3 2-1 0,16 15 1 16,-19 2-79-16,-13-3-184 15</inkml:trace>
  <inkml:trace contextRef="#ctx0" brushRef="#br0" timeOffset="158255.04">18907 5995 113 0,'0'0'75'0,"0"0"-27"0,0 0 46 0,0 0-15 16,0 0-6-16,0 0-27 16,0 0-30-16,-79 9 14 15,47 30 9-15,-4 5-2 16,22-1-16-16,4-3-13 0,10-9-5 16,0-11 0-16,10-7-3 15,27-13-7-15,24 0 7 16,2-10 3-16,-3-22-3 15,-12-5-35-15,-11-2 18 16,-27-5-17-16,-5 1 32 16,-5 6 2-16,0 8 0 15,-29 10 0-15,-10 10 0 16,10 9 0-16,11 0 0 16,4 5-7-16,14 18-98 15,0-1-61-15,0-2 38 16,24-8-41-16</inkml:trace>
  <inkml:trace contextRef="#ctx0" brushRef="#br0" timeOffset="158333.22">18907 5995 192 0</inkml:trace>
  <inkml:trace contextRef="#ctx0" brushRef="#br0" timeOffset="158426.9">18907 5995 192 0,'231'91'72'0,"-262"-68"-3"0,-9 0 26 0,11 2 16 0,6 4-50 0,15-1-31 16,8 0-21-16,0-1-2 15,45 2-7-15,5-5-4 16,2-13-162-16,9-11-138 16</inkml:trace>
  <inkml:trace contextRef="#ctx0" brushRef="#br0" timeOffset="158692.5">19393 6228 255 0,'0'0'178'15,"0"0"-97"-15,0 0-21 16,0 0 12-16,0 0-25 15,0 0-24-15,32 0-18 16,-3 0-4-16,-5 0 7 0,-1 0-7 16,-2 0 0-1,-2 14 0-15</inkml:trace>
  <inkml:trace contextRef="#ctx0" brushRef="#br0" timeOffset="160099.44">19362 6374 164 0,'0'0'156'0,"0"0"-30"15,0 0-36-15,0 0-24 16,0 0-26-16,0 0-20 16,-21-22-19-16,26 32 7 15,11 11-6-15,5 6 10 16,-5 7-5-16,-1 1 3 15,-4 0-8-15,-3-6 0 16,-3-7-2-16,-2-11 2 16,-3-2-2-16,5-9 0 15,3 0 1-15,8-20-1 16,21-14-39-16,10-11 8 16,0-3-5-16,16 3 21 0,-10 1 10 15,-8 9 4-15,-6 13 1 16,-15 8 1-16,-16 8 6 15,0 6 16-15,-8 0-12 16,0 0-6-16,0 23 4 16,0 5 9-16,0 1-8 15,0 2-6-15,13-1-4 16,-5-5-8-16,-1-8-119 16,12-12-224-16</inkml:trace>
  <inkml:trace contextRef="#ctx0" brushRef="#br0" timeOffset="160380.66">20243 6286 161 0,'0'0'215'0,"0"0"-76"0,0 0-61 0,0 0-16 16,0 0-16-16,0 0-37 16,139-18-8-16,-102 18-1 15,-5 0-15-15,-3 1-162 16,-6-1-247-16</inkml:trace>
  <inkml:trace contextRef="#ctx0" brushRef="#br0" timeOffset="160864.97">20714 6163 346 0,'0'0'121'15,"0"0"-62"-15,0 0-44 16,0 0 11-16,0 0-3 16,0 0-7-16,129 33-16 15,-114-18 7-15,-15 5-6 0,0 2 3 16,-23 3 0-16,-30 3-1 16,8-4-3-16,19 1 0 15,18-3 0-15,8 1-2 16,0-3 2-16,0-2 4 15,0-5-4-15,0-3 2 16,0-4 4-16,0 1 5 16,0-2-4-16,0-1-5 15,-37 1 2-15,-23-1-4 16,-24 2 0-16,-3-2-6 16,8 0-39-16,18 4-28 15,38-7-83-15,23-1-209 16</inkml:trace>
  <inkml:trace contextRef="#ctx0" brushRef="#br0" timeOffset="162162.31">20487 6184 84 0,'0'0'48'0,"0"0"-4"0,0 0 23 0,0 0 40 0,0 0-42 16,0 0-6-16,-68-30-8 15,68 24-21-15,8 5-17 16,29 1 4-16,-3 0 2 16,11 0-12-16,-1 0-2 15,-9 0-1-15,1 0-3 16,1 7 1-16,-13 2-1 16,0 2-1-16,-9 1 1 15,-7 3 1-15,0-2-1 16,-8-2-1-16,0 4 2 15,0-2 0-15,-21-1 2 16,3 2-2-16,5-1-2 0,5-2 1 16,0-3-1-16,5-2 0 15,-2-1-1-15,2-1 2 16,-5 0-2-16,0-1 2 16,1 3-1-16,-7-5 2 15,14 2-2-15,-7 0-3 16,7-2-5-16,-8 1-12 15,2 1 5-15,-4-3 8 16,-3 3 2-16,2-3 5 16,6 0 0-16,5 0 0 0,0 0 2 15,0 0 0 1,0 0-2-16,0 0 0 0,0 0 6 16,0 0-6-16,0 0-1 15,0 0 1-15,0 0 3 16,0 0 1-16,0 0-2 15,0 0-2-15,0 0-2 16,0 0 2-16,13 0 4 16,-2 0-4-16,2 0 3 15,-5 0-2-15,15 0 3 16,-10 9-1-16,-2 1-2 16,-3 3 1-16,-8 1 1 15,0 3 1-15,0 2-1 0,-8 1-1 16,-16 2 1-1,-7-6-1-15,-9 3-1 0,1-8 2 16,2-1-3-16,0-3 7 16,6-6-4-16,-1-1 0 15,11 0-1-15,-3 0 3 16,6 0-1-16,5 0-2 16,2-6-2-16,11-3 0 15,0 2-6-15,0 1-15 16,27 2-46-16,17-2-121 15,1-1-75-15</inkml:trace>
  <inkml:trace contextRef="#ctx0" brushRef="#br0" timeOffset="163193.97">19972 6374 130 0,'0'0'50'0,"0"0"-41"0,0 0 5 0,0 0 9 0,0 0 9 15,0 0 11-15,163-15 7 16,-126 13-31-16,2-3-11 16,-7 2-5-16,-8 3 1 15,-9 0 0-15,-9 0 2 16,-6 0 0-16,0 0 3 15,7 0-4-15,-7 0-3 16,8 0 0-16,0 0-1 16,0 0-1-16,-3 0 1 15,-2 0 0-15,-3 0 1 0,0 0 2 16,5 0-2-16,-5 0 4 16,3-2-5-16,2-2-1 15,3 0 0-15,8 1 0 16,2 0 0-16,-2 0 0 15,5 3 0-15,-13-1 5 16,0 1-10-16,-8 0 10 16,0 0-5-16,0 0 1 15,-8 0 37-15,-29-3-18 16,-13 3 8-16,-10-3 1 16,-3 3 1-16,10-1 12 15,14 1-12-15,18 0-5 16,13 0-15-16,8 0-10 15,0 0-10-15,31 0 4 16,22 4-39-16,10 0-101 0,-3-4-233 16</inkml:trace>
  <inkml:trace contextRef="#ctx0" brushRef="#br0" timeOffset="164491.15">21505 6130 92 0,'0'0'74'0,"0"0"-24"0,0 0 7 0,0 0 34 0,0 0-12 15,0 0-14-15,3-71-21 16,-3 71-17-16,0 0-24 15,0 3 0-15,0 25-2 16,0 12 9-16,0 7 21 16,0 4-17-16,0 3-2 15,0-6-12-15,-3 2 0 0,-2-7 2 16,-3-9-4 0,-8 0-58-16,-5-16-90 0,6-13-58 15</inkml:trace>
  <inkml:trace contextRef="#ctx0" brushRef="#br0" timeOffset="164694.25">21461 6198 403 0,'0'0'152'15,"0"0"-113"-15,0 0 15 0,0 0 4 16,0 0-31-16,0 0-26 15,0 0 4 1,123-6-5-16,-44 19-88 0,-5-9-136 16,-9-4-125-16</inkml:trace>
  <inkml:trace contextRef="#ctx0" brushRef="#br0" timeOffset="165523.31">22055 6026 201 0,'0'0'101'0,"0"0"-12"0,0 0 12 0,0 0-26 16,0 0-38-16,0 0 0 15,71-47-18-15,-42 53-7 16,-13 20-7-16,-8 9 6 15,-8 9 12-15,-16 4-8 16,-45 6 3-16,-7 4-13 16,5-7-5-16,18-9 4 15,27-5 0-15,18-8-3 16,0-10 1-16,15-3-4 16,33-9 0-16,15-4 1 15,11-3-10-15,-3 0-46 16,5 0-27-16,-8-6-128 15,-10-8-153-15</inkml:trace>
  <inkml:trace contextRef="#ctx0" brushRef="#br0" timeOffset="165867.09">22744 5829 264 0,'0'0'123'0,"0"0"-38"0,0 0-16 0,0 0-22 16,0 0-34-16,0 0 46 16,-118 163-2-16,89-72-33 15,18 3-19-15,6-6-1 16,5-7 2-16,0-14-6 16,0-8 0-16,21-8-29 15,-3-15-96-15,3-16-130 16</inkml:trace>
  <inkml:trace contextRef="#ctx0" brushRef="#br0" timeOffset="166257.63">22896 6218 48 0,'0'0'294'0,"0"0"-154"15,0 0-52-15,0 0-40 16,0 0-34-16,0 0 5 16,29 22 27-16,-2 20-25 15,-6-2-16-15,2-3-1 16,1-6-4-16,-8-8 0 16,0-13-1-16,-8-7 1 0,5-3-8 15,2-6 8-15,9-21-8 16,13-9-13-16,-3-1 14 15,-2 9 6-15,-3 4 1 16,-8 9 0-16,-11 9 4 16,-2 6 5-16,0 0-3 15,0 5-5-15,0 22 2 16,-3 7-1-16,3 2-2 16,-5 2-25-16,10-9-115 15,2-11-189-15</inkml:trace>
  <inkml:trace contextRef="#ctx0" brushRef="#br0" timeOffset="166507.6">23775 6303 356 0,'0'0'255'0,"0"0"-148"0,0 0-71 0,0 0-28 16,0 0 1-16,231 0-9 16,-154 3 0-1,-14 4-90-15,-16-6-394 0</inkml:trace>
  <inkml:trace contextRef="#ctx0" brushRef="#br0" timeOffset="166851.31">24325 6106 212 0,'0'0'169'0,"0"0"-72"16,0 0-26-16,0 0-39 16,0 0 0-16,0 0-8 15,178 51 3-15,-149-12-12 16,-29 0 1-16,0-2-3 15,0 2-3-15,-37-7 2 16,-2-3-2-16,0-8-6 16,31-5-3-16,8-2-1 15,0-6 4-15,63 2-1 16,13-7-6-16,11-3-60 0,-3 0-162 16</inkml:trace>
  <inkml:trace contextRef="#ctx0" brushRef="#br0" timeOffset="167085.67">24640 5858 488 0,'0'0'154'0,"0"0"-115"0,239 15-17 16,-78 39 40-1,5 20-14-15,-27 8-14 0,-47 6-31 16,-63 3 0 0,-29-1-3-16,-79-1 0 0,-66 1-10 15,-26-11-55-15,8-22-182 16</inkml:trace>
  <inkml:trace contextRef="#ctx0" brushRef="#br0" timeOffset="168038.76">26137 6167 282 0,'0'0'141'0,"0"0"-52"15,0 0-14-15,0 0-26 0,0 0-29 0,0 0 1 16,-37 77 36 0,37-18-30-16,0 6-17 0,0-5-5 15,8 0-4-15,7-6-1 16,-7-11-46-16,-2-18-140 15,-6-16-164-15</inkml:trace>
  <inkml:trace contextRef="#ctx0" brushRef="#br0" timeOffset="168194.98">25937 6376 508 0,'0'0'129'0,"0"0"-107"15,0 0-12 1,0 0-5-16,231-8 1 16,-136 8-6-16,-6 0-5 15,-5 0-248-15</inkml:trace>
  <inkml:trace contextRef="#ctx0" brushRef="#br0" timeOffset="168616.84">26594 6046 305 0,'0'0'138'16,"0"0"-32"-16,0 0-60 16,0 0 7-16,0 0-1 15,0 0-18-15,184 35-7 16,-179-3-11-16,-5 10 1 16,-28 4 0-16,-33 0-1 15,-15 2-6-15,5 0-8 16,23-7 1-16,27 1-3 15,21-13 0-15,6-2 1 16,57-10 1-16,29-1 0 0,10-8-1 16,4-3 1-16,-6-5-2 15,-16 0 0-15,-21 0-2 16,-16 0-18-16,-23 0-27 16,-19 0-49-16,-5 0-70 15,0 0-127-15</inkml:trace>
  <inkml:trace contextRef="#ctx0" brushRef="#br0" timeOffset="169054.26">27344 5927 97 0,'0'0'104'0,"0"0"-19"0,0 0 1 0,0 0 5 0,0 0 16 0,0 0-41 15,5-97-32-15,-26 137-26 16,-13 25 37-16,-3 15 24 16,5 15-41-16,9 6-5 15,9-1-11-15,7-8-7 16,7-9-3-16,0-10-2 15,5-13 0-15,42-15-2 16,14-12-69-16,2-20-97 16,21-13-222-16</inkml:trace>
  <inkml:trace contextRef="#ctx0" brushRef="#br0" timeOffset="169413.72">27667 6306 252 0,'0'0'216'0,"0"0"-131"16,0 0-64-16,0 0 18 16,0 0 23-16,0 0-26 15,37 77-21-15,-13-51-7 16,-3-7-4-16,-6-3-3 15,-7-9 1-15,-5-7-2 0,2 0 3 16,-2-3 1-16,5-19-3 16,5-7-1-16,-3 6 0 15,9 6 5-15,-3 6-5 16,-1 8 0-16,1 3-1 16,3 0 1-16,4 3 0 15,-2 19 0-15,0 7 1 16,-2 2-1-16,-4 8-2 15,-1-11-78-15,-4-12-221 16</inkml:trace>
  <inkml:trace contextRef="#ctx0" brushRef="#br0" timeOffset="169616.83">28214 6313 608 0,'0'0'111'15,"0"0"-86"-15,0 0-9 16,0 0-15-16,216-24-1 16,-132 24 0-16,-21 0-101 15,-23 0-254-15</inkml:trace>
  <inkml:trace contextRef="#ctx0" brushRef="#br0" timeOffset="169757.45">28638 6285 389 0,'0'0'206'0,"0"0"-166"0,0 0-25 16,0 0 50-16,0 0-28 16,0 0-21-16,31 149-16 15,-23-106-15-15,0-14-216 16</inkml:trace>
  <inkml:trace contextRef="#ctx0" brushRef="#br0" timeOffset="170007.87">28908 5867 403 0,'0'0'193'0,"0"0"-148"16,0 0-24-16,185 169 54 15,-122-73-31-15,-24 6-27 16,-34-3-11-16,-5-4-2 16,-84 0-3-16,-32-11-2 15,-20-18-106-15,4-23-321 16</inkml:trace>
  <inkml:trace contextRef="#ctx0" brushRef="#br0" timeOffset="171086.93">29450 6201 107 0,'0'0'187'0,"0"0"-59"0,0 0-4 16,0 0-15-16,0 0-26 15,0 0-45-15,-31-41-38 16,36 82 13-16,13 11 8 15,3 6-6-15,-5-1-11 16,-3 1 0-16,-2-7-4 16,-3-10-5-16,0-7-58 15,-1-23-177-15,1-11-225 16</inkml:trace>
  <inkml:trace contextRef="#ctx0" brushRef="#br0" timeOffset="171243.37">29300 6380 93 0,'0'0'431'16,"0"0"-340"-16,0 0-76 15,203-16 11-15,-111 16-1 16,-5 0-25-16,-14 0 0 16,-18 0-132-16</inkml:trace>
  <inkml:trace contextRef="#ctx0" brushRef="#br0" timeOffset="171508.96">30026 6055 60 0,'0'0'330'15,"0"0"-266"-15,0 0-40 16,0 0 42-16,242 28-3 15,-205 5-19-15,-21 6-8 16,-16 7 2-16,-11 0-22 16,-47 1-2-16,-7-2-2 15,-1-8-6-15,24-7-2 16,26-8-4-16,16-5 0 16,42-7 2-16,55-4-2 15,22-6-17-15,17 0-100 16,4-20-200-16</inkml:trace>
  <inkml:trace contextRef="#ctx0" brushRef="#br0" timeOffset="171758.93">30836 6263 448 0,'0'0'70'0,"0"0"11"15,0 0-2-15,0 0-11 16,0 0-39-16,-21 131-18 0,74-115-10 15,10-8 7 1,-3-8-7-16,11 0 1 16,-5-24-2-16,-8-3 6 0,-13 0-4 15,-1 9 0-15,-20 7 17 16,0 11 4-16,-6 0-12 16,3 28-11-16,-21 27-2 15,0 5-29-15,-16-5-378 16</inkml:trace>
  <inkml:trace contextRef="#ctx0" brushRef="#br0" timeOffset="178307.6">15209 7500 176 0,'0'0'135'0,"0"0"-61"0,0 0 4 0,0 0-13 0,0 0 4 16,0 0-16-16,40-130-14 16,-40 113 1-16,0 7-23 15,0 0 2-15,0 2-1 16,0 5-9-16,0 0-6 15,0 3 3-15,0 0-6 16,0 0-3-16,0 0 1 16,0 0 0-16,8 12-1 15,-8 14 6-15,0 6-1 16,0 10-2-16,-8 11 0 16,-16 2 0-16,-8 5 0 15,11 0-1-15,19-9 1 0,2-3 0 16,0-15-1-16,31-6 1 15,9-10-16-15,23-13-17 16,13-4-56-16,8 0-100 16,1-30-117-16</inkml:trace>
  <inkml:trace contextRef="#ctx0" brushRef="#br0" timeOffset="178463.77">15488 7624 433 0,'0'0'105'0,"0"0"-60"15,0 0 32-15,-210 157-26 16,181-97-23-16,21 5-12 16,8 8-16-16,0-3 0 15,16-19-113-15,13-22-469 16</inkml:trace>
  <inkml:trace contextRef="#ctx0" brushRef="#br0" timeOffset="178729.79">15843 7906 660 0,'0'0'98'15,"0"0"-69"-15,0 0-28 16,0 0-1-16,0 0-9 16,0 0-148-16,-92 146-371 15</inkml:trace>
  <inkml:trace contextRef="#ctx0" brushRef="#br0" timeOffset="179308.87">16979 7966 85 0,'0'0'119'0,"0"0"20"0,0 0 11 0,0 0-27 0,0 0-28 16,0 0-28-16,-108-10-29 15,108 7-25-15,50 0-13 16,24-3 6-16,18 6-6 15,-10 0 0-15,-19 0-55 16,-32 12-84-16,-31 14-113 0,-8-1 19 16</inkml:trace>
  <inkml:trace contextRef="#ctx0" brushRef="#br0" timeOffset="179402.62">16979 7966 170 0,'-42'150'173'0,"13"-134"-47"16,29-3-66-16,0 2-37 15,48-2-9-15,33 0-10 16,14-12-4-16,20-1-167 15</inkml:trace>
  <inkml:trace contextRef="#ctx0" brushRef="#br0" timeOffset="183434.65">18089 7914 236 0,'0'0'81'0,"0"0"-19"0,0 0 39 0,-202 134-28 15,186-88-27-15,16-1-27 16,0-8-6-16,16-7-3 15,26-12-7-15,18-15-1 16,16-3 3-16,27-13 4 16,-6-25-6-16,-10-6-3 15,-27-10-15-15,-12-6 4 16,-27 2 11-16,-21 3 2 16,0 5 4-16,-37 10-1 15,-18 15 18-15,-8 17 13 16,-14 8-3-16,-4 19-15 0,7 38-15 15,14 13-3-15,28 9-2 16,32 1-53-16,0-17-97 16,48-20-276-16</inkml:trace>
  <inkml:trace contextRef="#ctx0" brushRef="#br0" timeOffset="183653.72">18468 8115 353 0,'0'0'129'0,"0"0"-92"15,0 0 7-15,0 0 36 16,0 0-23-16,-95 133-17 16,98-83-15-16,41-2-17 15,4-5-8-15,-4-9 0 16,-12-7-16-16,0-13-83 15,-11-14-142-15</inkml:trace>
  <inkml:trace contextRef="#ctx0" brushRef="#br0" timeOffset="183997.34">18768 8250 211 0,'0'0'197'15,"0"0"-143"-15,0 0 24 16,0 0 9-16,0 0-30 16,-29 132-31-16,29-107-12 15,0-3-7-15,0-7-5 16,5-8-2-16,11-7-1 15,15 0 1-15,9-8 8 16,4-16-7-16,-4 1 4 0,-17 7 3 16,-9 8 0-1,-12 7 25-15,4 1-18 0,-6 0-13 16,15 0-2-16,4 9-2 16,15 11 2-16,5 3-23 15,-4-6-97-15,-7-7-216 16</inkml:trace>
  <inkml:trace contextRef="#ctx0" brushRef="#br0" timeOffset="184263.17">19301 8380 257 0,'0'0'262'0,"0"0"-187"15,0 0-33-15,0 0 36 16,0 0-27-16,0 0-35 16,90 10-5-16,-35-1-11 15,-8-5-16-15,-2-4-138 16,-3 0-195-16</inkml:trace>
  <inkml:trace contextRef="#ctx0" brushRef="#br0" timeOffset="184513.09">20172 8017 360 0,'0'0'159'15,"0"0"-67"-15,0 0-16 16,0 0-24-16,0 0-31 16,0 0 25-16,-116 133-5 15,93-62-27-15,9-4-11 16,14-9-3-16,0-8 0 16,0-10-2-16,16-16-40 15,21-14-55-15,18-10-86 16,6-9-71-16,7-26 47 0</inkml:trace>
  <inkml:trace contextRef="#ctx0" brushRef="#br0" timeOffset="184606.89">20382 8304 84 0,'0'0'223'16,"0"0"-8"-16,0 0-133 15,0 0-57-15,0 0 15 16,-173 160-23-16,120-86-17 16,14-3-220-16</inkml:trace>
  <inkml:trace contextRef="#ctx0" brushRef="#br0" timeOffset="185450.49">21324 7906 311 0,'0'0'138'0,"0"0"-56"0,0 0-28 0,0 0-17 15,0 0-14-15,0 0 43 16,-55 165-21-16,39-88-18 15,8-6-23-15,0-14 0 16,8-12-3-16,0-11-1 0,0-11-14 16,0-17-108-16,21-6-183 15</inkml:trace>
  <inkml:trace contextRef="#ctx0" brushRef="#br0" timeOffset="185606.72">21177 8094 574 0,'0'0'143'16,"0"0"-95"-16,0 0-37 16,0 0-10-16,0 0 22 15,0 0-13-15,184-9-9 16,-113 23-1-16,-11-4-126 16,-15-6-324-16</inkml:trace>
  <inkml:trace contextRef="#ctx0" brushRef="#br0" timeOffset="187779.31">21831 7707 104 0,'0'0'153'0,"0"0"-48"0,0 0-38 0,0 0 29 16,0 0-7-16,0 0-18 15,0 0-26-15,95-83-23 16,-74 81-12-16,3-1-1 16,-3 3 6-16,-11 0-5 15,-2 5-5-15,-8 22-4 16,0 14 11-16,-2 7-7 15,-35 9 5-15,-8-2-6 16,11-5-2-16,5-11-1 0,11-7 3 16,4-10-4-16,14-6 2 15,0-3-4-15,0-2 7 16,0-3-4-16,14-2 1 16,12 0 1-16,11-5-2 15,10 7-1-15,6-4 0 16,2 6-9-16,-3-1-77 15,-12-7-179-15</inkml:trace>
  <inkml:trace contextRef="#ctx0" brushRef="#br0" timeOffset="188154.28">22720 7386 238 0,'0'0'154'0,"0"0"-51"0,0 0-23 0,0 0 0 0,0 0-27 15,0 0-34-15,-42 57 9 16,-18 39 39 0,-1 24-10-16,9 12-28 0,20-7-8 15,29-13-15-15,3-21-5 16,0-17-1-16,16-14 0 16,8-12 0-16,0-14-1 15,4-8-43-15,7-9-30 16,1-17-80-16,4 0-267 15</inkml:trace>
  <inkml:trace contextRef="#ctx0" brushRef="#br0" timeOffset="188482.37">22896 7886 371 0,'0'0'167'0,"0"0"-68"0,0 0-17 16,0 0-40-16,0 0-26 16,0 0 2-16,-21 64 13 15,21-26-23-15,0 1-2 16,0-11-3-16,0-11-1 16,6-4-2-16,2-11-1 15,7-2-1-15,22-2 2 16,11-28 0-16,7-8 0 15,-3 0-2-15,-20 12 2 16,-8 11 6-16,-17 7-2 0,-1 8 7 16,-6 0-8-16,0 0-3 15,0 27-3-15,0 14 1 16,10 0-4-16,6 1-64 16,0-14-199-16</inkml:trace>
  <inkml:trace contextRef="#ctx0" brushRef="#br0" timeOffset="188685.47">23367 8007 616 0,'0'0'133'0,"0"0"-97"16,0 0-34-16,0 0 7 15,0 0-4-15,232 0-5 16,-169 7-39-16,-26-4-235 16</inkml:trace>
  <inkml:trace contextRef="#ctx0" brushRef="#br0" timeOffset="189123.14">23938 7768 368 0,'0'0'111'15,"0"0"-99"-15,0 0 56 16,0 0 10-16,0 0-40 16,0 0-17-16,131 47-8 15,-131-23-5-15,-29 5-2 16,-13-2 1-16,6 2-4 0,12 3-3 16,19-3 0-16,5 3 0 15,0-4 6-15,13-1-5 16,26 1 31-16,-7-3-15 15,-1-8-1-15,-2-1-2 16,-13-7-11-16,-8-3 2 16,-3 0-4-16,-5-6 1 15,0 1-2-15,0 2-1 16,-21 1-8-16,-31 3-26 16,-6-7-123-16,-3 0-206 15</inkml:trace>
  <inkml:trace contextRef="#ctx0" brushRef="#br0" timeOffset="189357.54">24301 7430 482 0,'0'0'183'16,"0"0"-99"-16,0 0-68 15,24 138 66-15,31-29-9 16,13 21-35-16,-7-4-29 16,-22-11-9-16,-26-18 0 15,-13-12 0-15,-29-13-45 16,-58-16-55-16,-20-18-226 16</inkml:trace>
  <inkml:trace contextRef="#ctx0" brushRef="#br0" timeOffset="189826.18">25082 7707 408 0,'0'0'143'0,"0"0"-22"0,0 0-39 0,0 0-26 16,0 0-39-16,0 0-14 15,-18 51 15-15,10 26 7 16,-6 2-18-1,7-2-5-15,-1-13-2 0,0-10 0 16,8-15-21-16,0-17-60 16,0-12-106-16,0-10-246 15</inkml:trace>
  <inkml:trace contextRef="#ctx0" brushRef="#br0" timeOffset="189951.23">24940 7998 323 0,'0'0'262'15,"0"0"-204"-15,0 0-57 16,0 0 26-16,0 0 3 16,0 0-30-16,208-13-5 15,-166 13-224-15</inkml:trace>
  <inkml:trace contextRef="#ctx0" brushRef="#br0" timeOffset="190701.14">25821 7606 264 0,'0'0'188'0,"0"0"-71"0,0 0-21 0,0 0-37 16,0 0-21-16,0 0-14 16,84 0-10-16,-73 34-2 15,-11 10 4-15,0 5-4 16,-8 8 0-16,-24-6-2 16,1-3-4-16,2-14-5 15,13-7 0-15,5-10-1 16,6-5 0-16,5-3 0 15,0-3 0-15,0-2-2 16,0-1 0-16,37-2-1 0,10-1-38 16,14 0-31-16,-1 0-164 15,-2 0-144-15</inkml:trace>
  <inkml:trace contextRef="#ctx0" brushRef="#br0" timeOffset="190997.93">26415 7343 305 0,'0'0'206'0,"0"0"-96"16,0 0-52-16,0 0-30 15,0 0-18-15,-86 125 57 16,33-16-14-16,-2 10-25 16,10-1-19-16,16-10-6 15,21-13 0-15,8-18-4 16,0-11 1-16,24-15 0 16,21-12-46-16,-1-16-88 15,-4-20-193-15</inkml:trace>
  <inkml:trace contextRef="#ctx0" brushRef="#br0" timeOffset="191326.02">26552 7804 429 0,'0'0'170'15,"0"0"-141"-15,0 0-15 16,0 0 76-16,0 0-38 15,0 0-34-15,-34 146-9 16,34-117-6-16,0-13-3 16,0-7-3-16,13-9 3 15,32 0 0-15,-3-25 0 16,2-7-1-16,-7-1 1 0,-18 9 0 16,-6 10 7-1,-10 10 6-15,-3 4 14 0,0 0-20 16,0 14-7-1,0 16 0-15,0 10 0 0,5 6-1 16,11-9-59-16,12-8-137 16,-1-12-243-16</inkml:trace>
  <inkml:trace contextRef="#ctx0" brushRef="#br0" timeOffset="191497.87">27078 7895 376 0,'0'0'374'0,"0"0"-310"0,0 0-49 16,0 0-11-16,0 0 1 16,0 0-4-16,118 38-2 15,-81-31-151-15,-13-7-352 16</inkml:trace>
  <inkml:trace contextRef="#ctx0" brushRef="#br0" timeOffset="191810.34">27551 7724 423 0,'0'0'186'15,"0"0"-168"-15,0 0 29 16,0 0 8-16,0 0-5 16,85 165-19-16,-93-116 7 15,-45-3-25-15,6-6-6 16,5-9-4-16,15-5-2 15,27-8-1-15,0-2-7 16,50-6-37-16,21-10-74 16,24 0-249-16</inkml:trace>
  <inkml:trace contextRef="#ctx0" brushRef="#br0" timeOffset="191998.41">27906 7558 22 0,'0'0'615'0,"0"0"-573"15,-7 156 44-15,7-51-22 16,0 4-28-16,7-6-22 0,-7-9-12 16,0-10-2-16,-57-15-20 15,-41-17-104-15</inkml:trace>
  <inkml:trace contextRef="#ctx0" brushRef="#br0" timeOffset="192889.58">28669 7991 111 0,'0'0'107'0,"0"0"21"0,0 0 17 16,0 0-20-16,0 0-22 15,0 0-34-15,0 0-7 16,13-77-19-16,-13 77-36 16,0 10-2-16,0 26-4 15,0 14 4-15,0 4 0 16,-5 4-4-16,-19-1-1 16,3-9 0-16,11-8-65 15,5-19-56-15,5-21-314 16</inkml:trace>
  <inkml:trace contextRef="#ctx0" brushRef="#br0" timeOffset="193014.56">28398 8064 558 0,'0'0'120'0,"0"0"-112"16,0 0-1-16,0 0 14 15,224 8-17-15,-101 2-4 16,-4-7-98-16,-14-3-329 15</inkml:trace>
  <inkml:trace contextRef="#ctx0" brushRef="#br0" timeOffset="193373.96">29356 7765 536 0,'0'0'128'16,"0"0"-76"-16,0 0-24 15,0 0 13-15,0 0 2 0,0 0-21 16,60 141-9-16,-60-91-6 15,0-5-4-15,-8-7-1 16,-16-2-2-16,3-7 0 16,6-8 0-16,9-4 0 15,6-5-4-15,0-3-20 16,45-8-13-16,44-1-37 16,14 0-94-16,0-14-219 15</inkml:trace>
  <inkml:trace contextRef="#ctx0" brushRef="#br0" timeOffset="193655.17">30013 7542 486 0,'0'0'102'16,"0"0"-69"-16,0 0 10 16,0 0-18-16,0 0-10 15,-84 121 50-15,50-26-25 16,10 7-23-16,3 1-7 16,13-14-8-16,8-12-2 15,0-16 0-15,0-14-8 16,13-14-72-16,19-22-107 0,2-11-170 15</inkml:trace>
  <inkml:trace contextRef="#ctx0" brushRef="#br0" timeOffset="193952.09">30202 7869 445 0,'0'0'124'15,"0"0"-79"-15,0 0 36 16,0 0 10-16,0 0-49 16,-29 126-26-16,29-90-8 0,0-6-7 15,0-10-1 1,0-12 2-16,0-3-2 16,0-5 0-16,8 0-2 0,21-12-9 15,3-9 6-15,2 3 5 16,0 8 0-16,-15 5-1 15,4 5 1-15,-2 0 0 16,3 11 0-16,0 21-3 16,5 3-24-16,-6-5-176 15,-7-6-319-15</inkml:trace>
  <inkml:trace contextRef="#ctx0" brushRef="#br0" timeOffset="194139.5">30544 8033 488 0,'0'0'208'0,"0"0"-136"0,0 0-56 16,0 0-12-16,0 0-3 15,0 0-1-15,129 32-94 16,-97-29-352-16</inkml:trace>
  <inkml:trace contextRef="#ctx0" brushRef="#br0" timeOffset="194358.23">30899 7912 519 0,'0'0'116'0,"0"0"-114"16,0 0 39-16,0 146-15 15,-2-85-13-15,-11 6-13 16,5-12-1-16,0-11-121 16,8-15-277-16</inkml:trace>
  <inkml:trace contextRef="#ctx0" brushRef="#br0" timeOffset="194576.97">31175 7599 211 0,'0'0'407'15,"0"0"-402"-15,56 156 80 16,-9-60-17-16,-10 3-24 15,-21-4-20-15,-16-8-11 0,0-8-2 16,-32-9-11 0,-44-12-4-16,-11-17-63 0,-10-15-261 15</inkml:trace>
  <inkml:trace contextRef="#ctx0" brushRef="#br0" timeOffset="195186.66">31765 7790 369 0,'0'0'105'0,"0"0"-64"0,0 0-4 0,0 0 8 0,0 0 46 15,-58 132-30 1,31-56-27-16,17-3-28 0,10-8-3 15,0-11-3-15,0-13-13 16,0-16-113-16,0-21-244 16</inkml:trace>
  <inkml:trace contextRef="#ctx0" brushRef="#br0" timeOffset="195320.15">31478 8075 521 0,'0'0'150'0,"0"0"-105"15,0 0-34-15,0 0 0 0,0 0-5 16,0 0-6 0,171-3-8-16,-103 3-301 0</inkml:trace>
  <inkml:trace contextRef="#ctx0" brushRef="#br0" timeOffset="195610.41">31917 7797 285 0,'0'0'213'16,"0"0"-128"-16,0 0-38 16,0 0 48-16,0 0-47 15,0 0-24-15,132 67-5 16,-125-29 4-16,-7 0-5 15,0-1-13-15,-31-4 10 16,-1-10-9-16,11-4 0 16,11-6-5-16,10 0-1 15,0-2-4-15,26-1 1 16,35 0-33-16,15-6-32 16,-8-4-145-16,-13 0-204 15</inkml:trace>
  <inkml:trace contextRef="#ctx0" brushRef="#br0" timeOffset="195861.07">32212 8031 415 0,'0'0'203'16,"0"0"-109"-16,0 0-45 16,0 0-15-16,0 0-10 15,0 0-6-15,-8 54-11 16,8-40-5-16,8-4-2 15,7-10 0-15,14 0 0 16,11 0 1-16,-1-22 4 16,-7 0-3-16,-9 6 7 15,-9 6 18-15,-1 9 14 16,5 1-22-16,19 0-11 0,5 33-8 16,8 12-7-1,-18 2-65-15,-22-11-385 0</inkml:trace>
  <inkml:trace contextRef="#ctx0" brushRef="#br0" timeOffset="210174.49">28014 4138 111 0,'0'0'42'0,"0"0"-27"0,0 0 5 0,0 0 25 0,0 0 18 0,0 0-12 15,0 0-6 1,0-19-4-16,0 19-20 0,0-3 10 15,0 3-1 1,0 0-5-16,0 0-11 0,0 0-7 16,0 0 1-16,0 0-5 15,0 0-2-15,0 0-1 16,0 0 0-16,0 0 0 16,0 0 0-16,0 0 0 15,0 0 1-15,0 12-1 16,0 11 6-16,-8 2-1 15,-2 7 9-15,-11 0-5 16,5 7 5-16,-8-1 5 16,3 6 2-16,-2 0-9 15,-1 2 2-15,13 3 4 0,4 1-6 16,7 1 7-16,0-1-4 16,0-5-5-16,31 5-3 15,24-3-7 1,6-3 9-16,2-3-8 0,-3-9-1 15,-12-1 0-15,-11-20-131 16,-37-11-329-16</inkml:trace>
  <inkml:trace contextRef="#ctx0" brushRef="#br0" timeOffset="210690.48">28837 4493 436 0,'0'0'156'0,"0"0"-55"0,0 0-18 0,0 0-17 15,0 0-27 1,0 0-29-16,16-33-10 0,29 32-7 15,10-2 1-15,16 3-51 16,8 0-24-16,3 0-128 16,-6-2-163-16</inkml:trace>
  <inkml:trace contextRef="#ctx0" brushRef="#br0" timeOffset="210940.45">29492 4351 463 0,'0'0'130'0,"0"0"-85"16,0 0-9-1,0 0-16-15,0 0-4 0,0 0-8 16,16 84-8-16,42-84 0 16,2 0 12-16,-12-7-2 15,-6-21-9-15,-26-10 7 16,-16-1-5-16,0-2-3 15,0 9 0-15,-21 12-7 16,-11 17 2-16,3 3-18 16,11 2-44-16,5 16-55 15,13-3-154-15</inkml:trace>
  <inkml:trace contextRef="#ctx0" brushRef="#br0" timeOffset="211112.34">30026 3992 274 0,'0'0'252'0,"0"0"-71"16,0 0-120-16,0 0-36 15,69 165 66-15,-35-53-29 16,-3 10-49-16,-31 4-13 16,-39-4-1-16,-108-23-101 15,-88-26-670-15</inkml:trace>
  <inkml:trace contextRef="#ctx0" brushRef="#br0" timeOffset="-213882.51">30860 6052 11 0,'0'0'63'0,"0"0"-5"0,0 0-28 0,0 0 2 16,0 0 9-16,0 0-3 15,0 0-10-15,-13-3-11 16,13 3-1-16,0 0 0 16,0 0-1-16,0 0 2 15,0 0-2-15,0 0-11 16,0 0-3-16,0 0 0 15,0 0 3-15,0-1-4 0,5-7 0 16,13 1 0 0,1-3-6-16,-1 0-20 0,-5 1-10 15,-5-3 14-15,-8 2 17 16,0 6 5-16,0-3 3 16,0 3 6-16,0-1 16 15,0 3 5-15,0 2 5 16,0 0-8-16,0 0-10 15,-8 0-12-15,-21 25-2 16,-7 16 23-16,-7 19 28 16,7 8-15-16,12 6-7 15,11-1-14-15,10 0 3 0,3-9-11 16,0-7-6-16,8-3 0 16,32-7-4-16,7-3 0 15,-2-11-56-15,-6-16-262 16</inkml:trace>
  <inkml:trace contextRef="#ctx0" brushRef="#br0" timeOffset="-213349.98">31533 6428 123 0,'0'0'227'0,"0"0"-78"0,0 0-73 16,0 0-33-16,0 0-8 0,0 0-29 16,116-5-1-16,-85 5-5 15,-10 0 0-15,-5 0-13 16,0 0-43-16,5 0-72 15,5 0-103-15</inkml:trace>
  <inkml:trace contextRef="#ctx0" brushRef="#br0" timeOffset="-213067.36">31993 6357 189 0,'0'0'135'0,"0"0"-91"15,0 0-21-15,0 0 25 16,0 0-19-16,0 0-5 16,-29 44-18-16,29-36 1 15,32-8-7-15,5 0 2 16,2-8 2-16,-10-16 4 16,-5-4-8-16,-22 2-4 15,-2 6 2-15,-2 2 2 16,-35 5 0-16,5 10 2 15,9 3 3-15,2 0-5 16,5 23-2-16,16-4-88 0,0-7-132 16</inkml:trace>
  <inkml:trace contextRef="#ctx0" brushRef="#br0" timeOffset="-212879.88">32301 6036 347 0,'0'0'193'16,"0"0"-101"-16,0 0-75 16,0 0-2-16,0 0 57 15,142 189-23-15,-105-100-23 16,-13 3-17-16,-24 0-9 16,0 1 0-16,-45-13-41 15,-42-17-322-15</inkml:trace>
  <inkml:trace contextRef="#ctx0" brushRef="#br0" timeOffset="-211942.47">32367 7801 87 0,'0'0'45'0,"0"0"-14"16,0 0 10-16,0 0 6 0,0 0 42 0,0 0-44 0,-58-20-14 15,53 20 6-15,2 0-22 16,-18 0-3-16,5 10 39 16,-13 17-16-16,-2 3-15 15,-9 8 8-15,3 0-6 16,-5 5-3-16,0 7-4 16,8-2 2-16,3 3-9 15,15 2-4-15,16-3 0 16,0-4-1-16,18-3-3 15,35-5-6-15,15-9-52 16,-5-14-131-16,6-9-173 16</inkml:trace>
  <inkml:trace contextRef="#ctx0" brushRef="#br0" timeOffset="-211630.01">32551 8004 244 0,'0'0'202'0,"0"0"-119"0,0 0-74 0,0 0-2 0,0 0-7 16,0 0-95-16,147 3-122 15</inkml:trace>
  <inkml:trace contextRef="#ctx0" brushRef="#br0" timeOffset="-211364.41">32798 7970 287 0,'0'0'173'0,"0"0"-127"16,0 0-46-16,0 0 3 15,0 0 1 1,0 0 1-16,55 37-5 0,-10-37-3 15,-8 0-33-15,-6-3-20 16,-20-17 48-16,-11-4 8 16,0 4 14-16,-3 3 38 15,-26 8 18-15,6 1 7 16,7 8-33-16,5 0-35 16,-2 0-3-16,0 17-12 15,13 4 2-15,0-2-79 0,0-7-117 16</inkml:trace>
  <inkml:trace contextRef="#ctx0" brushRef="#br0" timeOffset="-211192.55">33185 7804 410 0,'0'0'157'0,"0"0"-150"16,0 0 37-16,-32 129 16 15,22-71-30-15,-11 9-21 16,-24-3-9-16,-26-17-62 16</inkml:trace>
  <inkml:trace contextRef="#ctx0" brushRef="#br0" timeOffset="-204043.8">14881 10451 178 0,'0'0'101'0,"0"0"-25"0,0 0-2 0,0 0-8 0,0 0-7 0,0 0-3 16,0 0 3-16,-8-39-10 15,8 37-28-15,0 2-4 16,0 0 5-16,0 0-13 16,0 0-8-16,0 0-1 0,8 0 0 15,13 0 1 1,0 0 1-16,2 0 0 0,11-6-1 16,3-10 1-16,16-10-2 15,-6-6 0-15,8-9 0 16,6-7 0-16,-8-7-12 15,2-3-5-15,-16 1-2 16,-15 3 2-16,-16 16 15 16,-8 6 0-16,0 14 2 15,0 8 6-15,0 9-1 16,-11 1-2-16,-10 14-2 16,-2 30 4-16,-1 17 4 15,-5 12 10-15,11 6-10 16,-11-2-6-16,13-2-1 15,-5-4 0-15,2-10-2 0,-2-6 0 16,11-5-2-16,2-11-14 16,3-8-72-16,5-14-58 15,0-17-146-15</inkml:trace>
  <inkml:trace contextRef="#ctx0" brushRef="#br0" timeOffset="-203750.57">15335 10337 210 0,'0'0'136'0,"0"0"-39"0,0 0-32 0,0 0-5 16,269-91 8-16,-209 88-31 0,-12 3-10 15,-4 0-17-15,-17 0-6 16,-14 7-1-16,-13 9-2 15,0 5 7-15,-21 3-7 16,-27-1 2-16,-7 4-1 16,-5-4 3-16,7 0-4 15,11 2-1-15,5 1 1 16,13 2-1-16,3 1-1 16,21-1-47-16,0-11-80 0,24-11-77 15,52-6-38 1</inkml:trace>
  <inkml:trace contextRef="#ctx0" brushRef="#br0" timeOffset="-203406.86">16293 10311 351 0,'0'0'207'0,"0"0"-86"0,0 0-89 0,0 0-5 16,284-58-5-16,-145 41-10 16,-7 10-12-16,-32 7-8 15,-53 3-122-15,-47 24-222 16</inkml:trace>
  <inkml:trace contextRef="#ctx0" brushRef="#br0" timeOffset="-203328.68">16330 10466 248 0,'0'0'206'16,"0"0"-152"-16,0 0-36 15,0 0-5-15,215 20-13 16,-99-20-118-16</inkml:trace>
  <inkml:trace contextRef="#ctx0" brushRef="#br0" timeOffset="-201874.59">18013 9995 125 0,'0'0'98'0,"0"0"2"0,0 0-25 0,0 0 19 0,0 0-24 16,0 0-3-16,0 0-11 15,5-89-16-15,-5 89-24 16,0 5-9-16,0 25-2 16,-13 12 14-16,10 5-7 15,3-2-9-15,0-10-2 0,34-13 0 16,27-15 1 0,7-7 2-16,3-7-7 0,-10-25 3 15,2-12-19 1,-11-5-18-16,-15-2 0 0,-18-3 15 15,-19 3 8-15,0 0 4 16,-56 12 10-16,-22 15-2 16,-20 17 4-16,-4 7-2 15,12 7 0-15,27 26 0 16,32 10-2-16,31 5 0 16,0-6-177-16,36-7-104 15</inkml:trace>
  <inkml:trace contextRef="#ctx0" brushRef="#br0" timeOffset="-201655.88">18399 10046 220 0,'0'0'165'0,"0"0"-75"15,0 0-29-15,0 0-4 16,0 0 12-16,0 0-46 15,-34 122-8-15,53-85-11 16,2-6-4-16,-6-4-2 16,6-7-51-16,-10-14-129 15,2-6-156-15</inkml:trace>
  <inkml:trace contextRef="#ctx0" brushRef="#br0" timeOffset="-201312.08">18712 10148 376 0,'0'0'133'0,"0"0"-70"16,0 0 11-16,0 0-38 15,-44 132-10-15,44-101-8 0,0-5-15 16,23-11 0 0,-2-5-3-16,11-10-1 15,-1 0 1-15,17-11-2 16,4-23-4-16,-12-3-30 0,-11 4 20 16,-19 8 15-16,-4 6 1 15,-6 9 1-15,0 10 7 16,0 0 2-16,0 12-10 15,-8 24 4-15,-6 10-4 16,14 4 0-16,0-9-52 16,32-9-246-16</inkml:trace>
  <inkml:trace contextRef="#ctx0" brushRef="#br0" timeOffset="-201077.73">19278 10371 372 0,'0'0'228'0,"0"0"-129"15,0 0-81-15,0 0-14 16,207 0-4-16,-128 0-22 15,3 0-171-15,-11 0-258 16</inkml:trace>
  <inkml:trace contextRef="#ctx0" brushRef="#br0" timeOffset="-200718.16">20085 9929 208 0,'0'0'134'0,"0"0"-23"15,0 0-52-15,0 0-37 16,0 0-15-16,0 0 1 15,82-43 4-15,-61 52 13 16,-6 21-7-16,-15 14 9 16,0 14 14-16,-15 9-12 15,-14 3-6-15,-3-2-7 16,1 0-16-16,-1-6 1 16,8-2-1-16,-12-11 0 15,4-8-16-15,0-10-54 16,11-11-39-16,6-7-42 15,7-11 7-15,5-2 40 0</inkml:trace>
  <inkml:trace contextRef="#ctx0" brushRef="#br0" timeOffset="-200482.99">20359 10225 223 0,'0'0'181'0,"0"0"-73"15,0 0-48-15,0 0 24 16,0 0-37-16,0 0-26 16,199 28-11-16,-222 6 6 15,-40 2 3-15,-14-7-16 0,14-4 6 16,19-7-7-16,30-1-1 16,14-7-2-16,14 3 2 15,65-6-5-15,28-4-7 16,17-3-158-16</inkml:trace>
  <inkml:trace contextRef="#ctx0" brushRef="#br0" timeOffset="-155017.25">21382 10051 3 0,'0'0'189'0,"0"0"-108"0,0 0-10 0,0 0-11 15,0 0 30-15,0 0-26 16,0 0-35-16,-35-65-22 15,35 65-7-15,0 0-1 16,0 0-5-16,0 0 6 16,0 0 2-16,0 0 2 15,0 0-4-15,-2-6 7 16,-6 5-4-16,-5-2 2 16,5 0-5-16,-3 2 0 15,6 1 1-15,2 0-1 16,-2 0 2-16,5 0 1 15,0 0-3-15,0 0-4 0,0 0 3 16,21 0 1-16,19 0 5 16,4 0-2-16,-4 0 0 15,-9 0-1-15,14 0-2 16,-13 0-6-16,2 0-124 16,-5 0-80-16</inkml:trace>
  <inkml:trace contextRef="#ctx0" brushRef="#br0" timeOffset="-154829.83">21440 9797 368 0,'0'0'167'0,"0"0"-112"0,0 0-50 16,0 0 44-1,0 0-7-15,0 144-16 0,0-86-16 16,-16 13-10-16,-26-2 0 15,-8-6-92-15,0-19-341 16</inkml:trace>
  <inkml:trace contextRef="#ctx0" brushRef="#br0" timeOffset="-154251.71">21963 9707 199 0,'0'0'144'0,"0"0"-55"0,0 0-19 0,0 0-27 0,0 0-6 0,0 0-6 15,216-111-2-15,-172 111-6 16,-17 4-11-16,-22 24 0 16,-5 14 0-16,-45 8 12 15,-39 10-2-15,-8 1-20 16,5-7 3-16,27-13-5 15,28-11 0-15,22-8 0 0,10-9 3 16,0 2-3 0,10-4 1-16,37-4 2 0,14-1 0 15,2-6 0-15,-5 0-2 16,-11 0-1-16,-15 2-4 16,-16 5-93-16,-16-5-217 15</inkml:trace>
  <inkml:trace contextRef="#ctx0" brushRef="#br0" timeOffset="-152985.68">22665 9561 57 0,'0'0'93'0,"0"0"-36"0,0 0-1 0,0 0 33 0,0 0 15 15,0 0-18-15,37-102-20 16,-37 95-19-16,0 4-21 16,0 3-6-16,0 0-10 15,0 10-6-15,-37 38-4 16,-18 32 9-16,-14 31 17 15,9 15-9-15,-3 6-3 16,23-10-3-16,11-18-8 16,22-20-2-16,7-20-1 15,0-16 0-15,7-14 0 0,17-11-3 16,0-9 5 0,-3-7-6-16,3-7-15 0,-9 0-9 15,1 0-10-15,-3-14-80 16,-2-9-120-16,2-8-48 15</inkml:trace>
  <inkml:trace contextRef="#ctx0" brushRef="#br0" timeOffset="-152595.1">22712 9944 372 0,'0'0'110'0,"0"0"-92"0,0 0 68 15,0 0 1-15,-23 122-46 16,23-93-11-16,0-4-21 16,0-10-6-16,0-8-3 15,8-7 0-15,21 0 0 16,10-19 8-16,24-17-8 15,-10-9-16-15,-1 2 4 16,-18 10 12-16,-18 13 1 16,-8 8 1-16,-8 10 1 15,0 2-1-15,0 0 0 16,0 24-2-16,-26 12 3 0,-3 9-2 16,11 2-1-16,10-3-5 15,2-4-54-15,6-12-154 16,0-12-124-16</inkml:trace>
  <inkml:trace contextRef="#ctx0" brushRef="#br0" timeOffset="-152376.39">23120 10007 439 0,'0'0'154'0,"0"0"-119"15,0 0 22-15,0 0 15 16,0 0-50-16,208 42-17 16,-140-25-5-16,-26-8-73 15,-26-6-256-15</inkml:trace>
  <inkml:trace contextRef="#ctx0" brushRef="#br0" timeOffset="-151954.49">23746 9980 270 0,'0'0'231'0,"0"0"-138"16,0 0-52-16,0 0-18 15,0 0-19-15,0 0-1 16,239-138 3-16,-202 96-6 15,-13 3-16-15,-16 1 14 0,-8 13 2 16,0 9 4-16,0 6 4 16,0 10 17-16,0 0-7 15,0 35-18-15,-32 21 22 16,-13 17 21-16,1 3-21 16,4 1-16-16,6-4-5 15,-3-12 1-15,6-8 0 16,-1-10-2-16,1-9-9 15,2-8-62-15,8-18-90 16,21-8-174-16</inkml:trace>
  <inkml:trace contextRef="#ctx0" brushRef="#br0" timeOffset="-151720.21">23985 10037 268 0,'0'0'223'0,"0"0"-132"15,0 0-43-15,0 0 18 16,0 0-9-16,0 0-43 16,16-23-13-16,-24 32-1 15,-31 14 5-15,-9 2-1 16,9-1-2-16,15-2-2 16,11-1 0-16,13-5-1 15,0-2 0-15,47 0 1 16,6-3-19-16,0-2-80 0,-6-8-152 15</inkml:trace>
  <inkml:trace contextRef="#ctx0" brushRef="#br0" timeOffset="-151485.84">24325 10135 447 0,'0'0'173'0,"0"0"-108"0,0 0-18 16,0 0-18-16,0 0-25 16,0 0 0-16,170 3-4 15,-109 1-25 1,-6-4-119-16,-2 0-100 0,-9 0-93 15</inkml:trace>
  <inkml:trace contextRef="#ctx0" brushRef="#br0" timeOffset="-151282.68">24787 10016 194 0,'0'0'161'0,"0"0"-36"16,0 0-42-16,0 0-28 15,0 0-18-15,0 0 16 16,-31 88-27-16,31-41-20 16,-13 1-6-16,2-4 0 15,-5-7-46-15,1-16-189 16,15-15-198-16</inkml:trace>
  <inkml:trace contextRef="#ctx0" brushRef="#br0" timeOffset="-151064.02">24903 9868 541 0,'0'0'89'0,"0"0"-81"16,0 0 38-1,0 0 14-15,76 175-25 0,-60-108-27 16,-8-1 0-16,-8-6-8 15,-29-1 0-15,-58-3-28 16,-15-13-91-16,-19-18-305 16</inkml:trace>
  <inkml:trace contextRef="#ctx0" brushRef="#br0" timeOffset="-150485.84">23504 9941 296 0,'0'0'110'0,"0"0"-101"0,0 0 59 0,0 0 16 0,-29 171-28 16,29-103-33-16,0-1-13 15,37-1-10-15,34-14-25 16,21-17-229-16</inkml:trace>
  <inkml:trace contextRef="#ctx0" brushRef="#br0" timeOffset="-149861.03">25163 9682 261 0,'0'0'205'0,"0"0"-95"0,0 0-36 0,0 0-14 16,224 44-17-16,-100 37 2 15,-24 27-7-15,-50 17-10 16,-50 6-17-16,-19 2-9 16,-81-8 4-16,-31-1-6 15,-30-22-49-15,-2-28-178 0</inkml:trace>
  <inkml:trace contextRef="#ctx0" brushRef="#br0" timeOffset="-149219.33">26252 9826 231 0,'0'0'191'0,"0"0"-88"0,0 0-41 0,0 0-13 0,0 0-13 16,0 0-7-16,-137 96-5 16,127-46-16-16,10-5-8 15,0 0 1-15,0-7-1 16,0-10-112-16,0-11-65 15</inkml:trace>
  <inkml:trace contextRef="#ctx0" brushRef="#br0" timeOffset="-149063.12">25989 10061 319 0,'0'0'188'0,"0"0"-146"0,0 0-30 15,0 0 30-15,234-24-42 16,-173 21 0-16,7-4-235 16</inkml:trace>
  <inkml:trace contextRef="#ctx0" brushRef="#br0" timeOffset="-148648.09">26762 9788 466 0,'0'0'158'0,"0"0"-76"16,0 0-55-16,0 0-3 16,0 0-9-16,0 0 8 0,111 79-22 15,-111-38 8 1,-32 7-5-16,-47-5-2 0,-13 1 3 15,0-3-5-15,21-8 0 16,27-8 0-16,36-3-2 16,8-9 0-16,55-4-5 15,50-3-14-15,35-6-74 16,7 0-159-16</inkml:trace>
  <inkml:trace contextRef="#ctx0" brushRef="#br0" timeOffset="-147546.93">27296 9595 162 0,'0'0'58'0,"0"0"16"0,0 0-25 16,0 0 43-16,0 0-49 16,0 0-8-16,140-97-8 15,-140 97 14-15,0 0-14 16,0 0-5-16,0 0-3 16,-19 15-12-16,-41 33-6 15,-9 25 20-15,6 23 13 0,16 10-4 16,26 9 4-1,21-5-22-15,0-10-5 0,53-15-4 16,7-18-3-16,6-12 0 16,-6-7 0-16,-5-19-64 15,-12-16-203-15</inkml:trace>
  <inkml:trace contextRef="#ctx0" brushRef="#br0" timeOffset="-146967.97">27725 9951 293 0,'0'0'242'0,"0"0"-173"0,0 0-45 0,0 0-21 0,0 0 30 16,0 0 3-16,-13 95-15 16,13-63-13-16,0-3-3 15,0-11-5-15,0-5-1 16,0-12 1-16,0-1 1 15,0 0 7-15,0-16-8 16,13-19-18-16,11 0 6 0,-1 5 12 16,-4 6 3-1,-6 13 0-15,-5 3-3 0,-6 7 30 16,-2 1-17-16,0 1-9 16,6 26-4-16,-6 9 3 15,0 2-3-15,0 1-1 16,0-5-57-16,0-12-135 15,0-13-250-15</inkml:trace>
  <inkml:trace contextRef="#ctx0" brushRef="#br0" timeOffset="-146780.45">28051 10061 551 0,'0'0'182'0,"0"0"-120"16,0 0-43-16,0 0-6 16,0 0-11-16,0 0-2 15,153 0-7-15,-103 5-136 16,-21-5-333-16</inkml:trace>
  <inkml:trace contextRef="#ctx0" brushRef="#br0" timeOffset="-144373.96">28522 9899 277 0,'0'0'100'0,"0"0"-87"0,0 0-3 0,0 0 3 0,0 0-5 15,0 0-8-15,0 0 2 16,179 0-2-16,-150-3-1 16,2-13-25-16,-10-6-4 15,-5 0-25-15,-5-4 0 16,-11 1 51-16,5 3 4 16,-5 2 41-16,0 10 47 15,0 3-46-15,0 4-18 16,0 3 16-16,0 0-15 0,0 0-25 15,0 13-6-15,0 17 6 16,-21 14 61-16,-11 3-14 16,1 2-31-16,-6 2 4 15,13-1-12-15,0-4 3 16,17 1-10-16,7-8-1 16,0-5-1-16,0-4-60 15,0-8-87-15,0-13-92 16</inkml:trace>
  <inkml:trace contextRef="#ctx0" brushRef="#br0" timeOffset="-144061.48">28864 9944 199 0,'0'0'146'0,"0"0"-106"15,0 0 5-15,0 0 43 16,0 0-55-16,0 0-24 16,52-8 16-16,-91 29 11 15,-6 2-14-15,3 2-8 16,13-7-6-16,16 1 4 16,5-2-7-16,8-6-2 15,0 0 0-15,0-4-3 0,0 0 0 16,0 2-1-16,5-3 0 15,19 1-55 1,8-7-114-16,7 0-201 0</inkml:trace>
  <inkml:trace contextRef="#ctx0" brushRef="#br0" timeOffset="-143202.12">28964 10077 475 0,'0'0'182'0,"0"0"-133"0,0 0-37 0,0 0 6 16,0 0-2-16,228 4-16 15,-180 2-7-15,-25-6-144 16,-23 0-412-16</inkml:trace>
  <inkml:trace contextRef="#ctx0" brushRef="#br0" timeOffset="-141967.85">29379 9932 206 0,'0'0'141'0,"0"0"-53"0,0 0-3 0,0 0-13 15,0 0-35-15,0 0-24 16,84-20-2-16,-60 33-4 15,-8 3 6-15,-11 3 0 16,-5 1 5-16,0 1-5 16,-21 1-3-16,-18-5-1 15,2-6-4-15,18-1-4 0,6-9 2 16,13 7 1 0,0-3-7-16,0 1 3 0,29 1-1 15,18 0-3-15,9-7-73 16,-1 0-137-16,-2 0-125 15</inkml:trace>
  <inkml:trace contextRef="#ctx0" brushRef="#br0" timeOffset="-141764.75">29663 9740 325 0,'0'0'231'0,"0"0"-172"15,0 0-49 1,0 0 46-16,208 117-6 0,-158-59-35 16,-21 6-8-16,-29-6-3 15,0-1-4-15,-68-6 0 16,-35-7-47-16,-13-8-88 16,8-11-353-16</inkml:trace>
  <inkml:trace contextRef="#ctx0" brushRef="#br0" timeOffset="-141123.56">28477 9841 42 0,'0'0'45'0,"0"0"18"0,0 0-14 0,0 0 44 16,0 0 28-16,-92 119-10 15,74-65-42-15,12 3-9 16,6 4-40-16,0 0-16 16,29-1-4-16,24-16-36 15,26-14-300-15</inkml:trace>
  <inkml:trace contextRef="#ctx0" brushRef="#br0" timeOffset="-140201.78">29971 9487 100 0,'0'0'78'0,"0"0"-39"0,0 0-5 0,0 0 28 0,0 0-23 16,0 0-29-16,55 13 5 15,-18 33 89-15,2 19-11 16,-7 16-23-16,-6 14-10 16,3 3-12-16,-5 0-31 15,-8-6-7-15,-16-13-8 16,0-6 1-16,-42-13-3 15,-48-4-32-15,-26-14-99 16,-7-15-251-16</inkml:trace>
  <inkml:trace contextRef="#ctx0" brushRef="#br0" timeOffset="-139748.71">30752 9833 219 0,'0'0'190'0,"0"0"-172"0,0 0 40 0,0 0 25 16,-68 124-24-1,52-80-45-15,8 1-10 0,8-4-1 16,0-14-3 0,0-9-95-16,16-12-149 0</inkml:trace>
  <inkml:trace contextRef="#ctx0" brushRef="#br0" timeOffset="-139608.02">30613 9980 347 0,'0'0'249'0,"0"0"-189"0,0 0-52 16,276-23-5-16,-189 23-3 15,-3 0-5-15,-16-4-166 16,-13-5-298-16</inkml:trace>
  <inkml:trace contextRef="#ctx0" brushRef="#br0" timeOffset="-139467.4">31331 9951 466 0,'0'0'86'0,"0"0"-86"15,0 0 1-15,0 0-1 16,210 11-166-16,-142-11-32 15</inkml:trace>
  <inkml:trace contextRef="#ctx0" brushRef="#br0" timeOffset="-139358.04">31838 9966 200 0,'0'0'219'0,"0"0"-116"16,0 0-72-16,0 0-19 15,0 0 4-15,0 0-16 16,174-3-29-16,-143 12-223 15</inkml:trace>
  <inkml:trace contextRef="#ctx0" brushRef="#br0" timeOffset="-138607.09">25213 11256 420 0,'0'0'170'0,"0"0"-52"0,0 0-39 0,0 0-24 15,0 0-40-15,0 0-12 16,253-37-2-16,-151 37-1 16,-20 0-22-16,-27 0-48 15,-10 0-107-15,-27 0-234 16</inkml:trace>
  <inkml:trace contextRef="#ctx0" brushRef="#br0" timeOffset="-138466.18">25642 11140 567 0,'0'0'90'0,"0"0"-84"0,0 0-3 15,0 0-3-15,0 0 0 16,0 0-21-16,0 96-95 15,19-84-175-15</inkml:trace>
  <inkml:trace contextRef="#ctx0" brushRef="#br0" timeOffset="-138325.58">25642 11140 298 0,'71'87'204'0,"-71"-87"-98"16,0 0-84-16,0 0-22 15,-8 5-3-15,0 15 3 16,0 5-79-16,-5-2-141 0,3 2-52 15</inkml:trace>
  <inkml:trace contextRef="#ctx0" brushRef="#br0" timeOffset="-138106.85">25729 11111 351 0,'0'0'246'0,"0"0"-139"15,0 0-51 1,0 0-30-16,0 0-16 0,0 0 15 16,21 148-25-16,10-80-2 15,1-15-103-15,-16-15-399 16</inkml:trace>
  <inkml:trace contextRef="#ctx0" brushRef="#br0" timeOffset="-137856.75">26726 11300 345 0,'0'0'285'16,"0"0"-264"-16,0 0-21 15,0 0-51-15,221-17-119 16,-187 17-180-16</inkml:trace>
  <inkml:trace contextRef="#ctx0" brushRef="#br0" timeOffset="-137731.87">27117 11292 350 0,'0'0'191'0,"0"0"-131"0,0 0-46 16,0 0-14-16,0 0-5 15,0 0-113-15,22-2-131 16</inkml:trace>
  <inkml:trace contextRef="#ctx0" brushRef="#br0" timeOffset="-137263.21">27617 11067 478 0,'0'0'177'0,"0"0"-90"0,0 0-52 16,0 0-23-16,216-58-3 16,-169 65 2-16,-23 24-3 15,-22 5-5-15,-2 6 2 16,-15 2-5-16,-41 1 8 15,-4 0-8-15,5-4 0 16,18-3 0-16,21-6 0 16,16-9 1-16,0-8-4 15,37-2 3-15,31-7-13 16,9-6-72-16,-12 0-160 16</inkml:trace>
  <inkml:trace contextRef="#ctx0" brushRef="#br0" timeOffset="-136810.12">28477 10866 97 0,'0'0'57'0,"0"0"-12"0,0 0 4 0,0 0 2 16,0 0-20-16,0 0-22 16,0-3-5-16,0 3-3 15,0 0 5-15,0 5 22 16,-24 31 94-16,-7 12-29 16,7 16-6-16,3 10-35 15,11 5-27-15,10 4-14 16,0-3-6-16,0-8-5 15,0-8-1-15,8-10-48 16,18-20-88-16,8-16-221 16</inkml:trace>
  <inkml:trace contextRef="#ctx0" brushRef="#br0" timeOffset="-136481.68">28601 11264 566 0,'0'0'107'0,"0"0"-72"15,0 0-34-15,0 0 1 16,0 0 4-16,0 0 14 0,5 39-12 16,-2-17-6-16,2-9 0 15,-2-1-2-15,10-2 6 16,2-9-6-16,22-1-5 15,5 0 5-15,8-14 11 16,-2-8-10-16,-9 0-1 16,-10 3 2-16,-11 6 1 15,-4 6-1-15,-12 5 7 16,6 2-6-16,-3 0-3 16,-2 11 0-16,5 16 0 15,5 10-2-15,-5-4-77 16,2-8-168-16</inkml:trace>
  <inkml:trace contextRef="#ctx0" brushRef="#br0" timeOffset="-136294.18">29248 11248 658 0,'0'0'99'0,"0"0"-83"16,0 0-11-16,0 0-10 16,0 0-6-16,0 0-148 15,210-9-209-15</inkml:trace>
  <inkml:trace contextRef="#ctx0" brushRef="#br0" timeOffset="-136169.06">29563 11188 315 0,'0'0'279'15,"0"0"-204"-15,0 0-48 16,0 0 9-16,0 0-28 16,0 0-8-16,-29 80-61 15,14-42-383-15</inkml:trace>
  <inkml:trace contextRef="#ctx0" brushRef="#br0" timeOffset="-135700.46">29542 11156 257 0,'0'0'222'0,"0"0"-105"0,0 0-29 0,0 0-25 0,0 0-47 15,0 0-16-15,-2 2 5 16,17 41-1-16,-12 5-4 15,-3 9-4-15,0-9-174 0,-18-12-357 16</inkml:trace>
  <inkml:trace contextRef="#ctx0" brushRef="#br0" timeOffset="-135387.54">29826 10833 492 0,'0'0'256'0,"0"0"-237"16,0 0-8-16,171 183 4 16,-158-95 14-16,-13 11-5 15,-44 8-14-15,-48 7-5 16,-32-8-5-16,-7-20-64 16,20-33-421-16</inkml:trace>
  <inkml:trace contextRef="#ctx0" brushRef="#br0" timeOffset="-134762.6">30276 11264 556 0,'0'0'182'0,"0"0"-117"0,0 0-32 0,0 0-6 0,0 0-17 16,0 0-10-1,224 0-2-15,-164 0-48 16,-13 0-135-16,-10-8-284 16</inkml:trace>
  <inkml:trace contextRef="#ctx0" brushRef="#br0" timeOffset="-134622">30623 11161 599 0,'0'0'40'15,"0"0"-2"-15,0 0 19 16,-42 139-27-16,34-85-26 16,0 0-4-16,3-6-58 15,5-13-367-15</inkml:trace>
  <inkml:trace contextRef="#ctx0" brushRef="#br0" timeOffset="-134200.18">31091 10992 395 0,'0'0'200'0,"0"0"-84"15,0 0-52-15,0 0-35 16,0 0-16-16,0 0-4 16,111 47 8-16,-98-7-9 15,-13-1-2-15,0 4-4 16,-45-3 1-16,-2-2 3 16,7-2 0-16,11-8-5 15,22-4-1-15,7-4-3 16,13-6 2-16,50 1 1 15,13-5-8-15,3-6-47 0,-11-4-131 16,-5 0-257 0</inkml:trace>
  <inkml:trace contextRef="#ctx0" brushRef="#br0" timeOffset="-133918.84">31554 10719 320 0,'0'0'220'0,"0"0"-178"16,0 0-38-16,0 0-1 16,0 0 61-16,-71 175 15 15,34-82-46-15,6 3-6 16,2-1-19-16,10-11-4 15,6-14-2-15,13-7-2 16,0-11-1-16,8-14-57 16,39-14-103-16,6-16-212 15</inkml:trace>
  <inkml:trace contextRef="#ctx0" brushRef="#br0" timeOffset="-133590.36">31670 11153 368 0,'0'0'101'15,"0"0"-39"-15,0 0 13 16,0 0-2-16,0 0-53 16,0 0 8-16,-5 55-7 15,5-25-13-15,0-3-6 31,0-2-2-31,0-9 2 0,0-3-1 0,0-5 1 16,0-8-1-16,0 0 6 16,21-5-7-16,23-24-23 15,12 0 5-15,-9-2 17 16,-10 6 1-16,-14 11 0 0,-12 5 15 16,2 9 6-16,-5 0-11 15,0 9-8-15,8 19-2 16,-11 9 0-16,-3 3-36 15,4-5-146-15</inkml:trace>
  <inkml:trace contextRef="#ctx0" brushRef="#br0" timeOffset="-133371.68">32159 11313 489 0,'0'0'276'0,"0"0"-224"0,0 0-51 16,0 0 7-16,0 0-8 15,0 0-96-15,221 0-269 16</inkml:trace>
  <inkml:trace contextRef="#ctx0" brushRef="#br0" timeOffset="-133105.72">32396 11233 736 0,'0'0'41'0,"0"0"-33"15,0 0 0-15,0 0 2 16,0 0-10-16,0 0 5 16,86 84-5-16,-62-84-32 15,2-18-62-15,-18-13-6 16,-8 1 54-16,0 4-9 16,-26 9 0-16,-13 13 55 15,7 4 42-15,8 0-17 16,9 12-25-16,15 4-5 15,0-3-282-15</inkml:trace>
  <inkml:trace contextRef="#ctx0" brushRef="#br0" timeOffset="-132918.24">32764 10770 589 0,'0'0'150'15,"0"0"-129"-15,118 154 30 16,-105-53 0-16,-13 15-7 0,-57 18-7 16,-46 6-26-1,-36-3-11-15,-9-29-84 0</inkml:trace>
  <inkml:trace contextRef="#ctx0" brushRef="#br0" timeOffset="-51565.66">14949 12592 258 0,'0'0'163'0,"0"0"-78"0,0 0-24 0,0 0-12 0,0 0-8 15,0 0-23-15,-19 0-8 16,19 0-2 0,0 0-1-16,11 0 1 0,36 0 25 15,11 0-1-15,13-6-17 16,5 2-9-16,-12 1-6 15,4 3-1-15,-29 0-24 16,-10 0-114-16,-26 0-219 16</inkml:trace>
  <inkml:trace contextRef="#ctx0" brushRef="#br0" timeOffset="-51440.66">14933 12802 409 0,'0'0'186'0,"0"0"-173"15,0 0-1-15,0 0 3 16,229 26-1-16,-134-26-14 16,5-10-24-16,-16-9-277 15</inkml:trace>
  <inkml:trace contextRef="#ctx0" brushRef="#br0" timeOffset="-48361.23">16879 12364 138 0,'0'0'70'0,"0"0"-20"0,0 0 20 0,0 0 4 0,0 0 10 16,0 0-18-16,0-38-30 15,0 36-10-15,0 1-13 16,0-2 8-16,0 1 10 16,0-2-9-16,0 4 6 15,0 0-10-15,0 0-3 16,0 0-9-16,0 0-5 16,0 0 2-16,0 0-2 15,0 0 1-15,-8 0-1 16,-7 0 0-16,-9 0 0 15,-2 0 5-15,-3 12-3 16,-3 8 4-16,1-2-3 0,2 8 6 16,-3 4 1-1,11-2-4-15,13 5-5 0,8-2-1 16,0-3-1 0,37-5 0-16,34-10 1 0,13-6-2 15,0-7-8-15,3 0-14 16,-19-16-1-16,-15-13-10 15,-21-10 6-15,-19-2 19 16,-13-10 9-16,0 8 0 16,-53 3 0-16,-15 9 2 15,-11 13 16-15,3 9-7 16,20 9-2-16,12 0-1 0,36 9-8 16,8 21 0-16,8 5-24 15,44-1-95-15,11-8-251 16</inkml:trace>
  <inkml:trace contextRef="#ctx0" brushRef="#br0" timeOffset="-48173.7">17195 12600 333 0,'0'0'211'0,"0"0"-134"0,0 0-19 15,0 0-20-15,-116 138-18 0,116-109-1 16,0-7-13-16,32-5-6 16,5-5-23-16,-6-8-80 15,-2-4-220-15</inkml:trace>
  <inkml:trace contextRef="#ctx0" brushRef="#br0" timeOffset="-47766.69">17487 12731 501 0,'0'0'157'15,"0"0"-119"-15,0 0 10 16,0 0-4-16,0 0-18 16,0 0-7-16,-37 135-8 15,37-122-7-15,0-3-2 16,0-5-1-16,21-5-2 16,26 0-7-16,9-25-14 15,4-6-12-15,-5-1-4 0,-18 6 30 16,-8 7 1-1,-13 10 4-15,-16 8 3 0,2 1 3 16,-2 0 5 0,0 1-8-16,0 23 9 0,0 6-5 15,0 2-4-15,0-4-43 16,0-5-165-16,14-12-140 16</inkml:trace>
  <inkml:trace contextRef="#ctx0" brushRef="#br0" timeOffset="-47501.04">17942 12821 590 0,'0'0'148'16,"0"0"-103"-16,0 0-41 16,0 0 5-16,0 0-5 15,0 0-1-15,200 0-3 16,-129 0-30-16,-16 0-149 16,-18-15-378-16</inkml:trace>
  <inkml:trace contextRef="#ctx0" brushRef="#br0" timeOffset="-47204.2">18349 12701 653 0,'0'0'64'16,"0"0"-60"-16,0 0-2 15,0 0 2-15,0 0-4 16,227-97-26-16,-151 52-22 15,-13 0-13-15,-24 10-6 16,-18 10 58-16,-21 9 9 16,0 15 67-16,0 1 3 15,-15 18-27-15,-41 36-8 16,-17 19 36-16,-14 10-31 16,16 4-17-16,-3 1-4 0,16-2-13 15,14-11-6-15,15-19 2 16,18-18-5-16,11-15-40 15,0-17-12-15,0-6-94 16,48-9-96-16</inkml:trace>
  <inkml:trace contextRef="#ctx0" brushRef="#br0" timeOffset="-46985.47">18775 12809 547 0,'0'0'73'15,"0"0"-49"-15,0 0-11 0,0 0 71 16,0 0-24-16,0 0-23 16,-171 54-5-16,140-31-19 15,10-2-13-15,21-2 0 16,0-5 5-16,60-5-5 16,32-6-32-16,32-3-49 15,8 0-247-15</inkml:trace>
  <inkml:trace contextRef="#ctx0" brushRef="#br0" timeOffset="-44859.97">19725 12690 124 0,'0'0'118'0,"0"0"18"0,0 0-12 0,0 0-22 0,0 0-7 16,0 0-19-16,0 0-17 16,0 0-20-16,-92-26-19 15,97 26-14-15,50 0-6 16,29 0 0-16,24 0 0 16,11 0 0-16,-4 0-48 15,-17 0-46-15,-35 0-174 0,-32-8-170 16</inkml:trace>
  <inkml:trace contextRef="#ctx0" brushRef="#br0" timeOffset="-44656.84">20056 12563 435 0,'0'0'140'15,"0"0"-88"-15,0 0-23 16,0 0 16-16,0 0-4 15,0 0 8-15,-8 63-12 16,16-14-22-16,0 7-15 0,0 2 8 16,8 2-8-16,5-2-47 15,-3-13-126-15,-5-9-315 16</inkml:trace>
  <inkml:trace contextRef="#ctx0" brushRef="#br0" timeOffset="-44078.25">20803 12413 414 0,'0'0'215'0,"0"0"-125"0,0 0-42 0,0 0-20 0,0 0-14 16,0 0 1-16,203-35 11 16,-140 67-4-16,-19 9-1 15,-28 13-9-15,-16 4 4 16,-21 5-2-16,-58 5-1 15,-23-7-10-15,-6-7 2 16,16-13-5-16,23-12 0 16,38-10 1-16,18-7 0 15,13 1-1-15,0 4 0 16,37-3 2-16,34-3 7 16,10-1-4-16,6-5 1 15,13-5-6-15,-13 0 5 0,-3 0-4 16,-16 0-2-16,-7 0-25 15,-30 0-69-15,-31 0-193 16</inkml:trace>
  <inkml:trace contextRef="#ctx0" brushRef="#br0" timeOffset="-41826.72">22323 11924 208 0,'0'0'94'0,"0"0"-31"0,0 0-19 0,0 0 12 0,0 0 8 15,0 0-19-15,-5-40-5 16,5 37-23-16,0 3 12 16,0 0-11-16,0 0 11 15,0 0-9-15,0 0-5 16,-16 19-7-16,-31 40 2 16,-29 37 40-16,-11 37-3 15,-3 29-5-15,11 16-28 16,27 9 0-16,36-4-8 15,16-15-4-15,29-14 0 16,34-22 0-16,13-21 8 16,1-19-9-16,-12-19 0 15,-12-18 4-15,-16-17-5 16,-14-14 0-16,-15-9-2 0,-8-11 2 16,0-3 5-16,0 3-3 15,0-4 5-15,0 0-6 16,-8 0-1-16,-5 0 0 15,13 0 0-15,0 0-31 16,29-7-69-16,32-24-200 16</inkml:trace>
  <inkml:trace contextRef="#ctx0" brushRef="#br0" timeOffset="-40123.56">22363 12774 87 0,'0'0'94'0,"0"0"-12"0,0 0 42 0,0 0-15 0,0 0-30 15,0 0-18-15,-16-67-1 16,16 64-14-16,0 3-24 15,0 0-9-15,0 0-12 16,0 6 1-16,8 28 20 16,0 11-10-16,-6 12 1 15,3-5-13-15,-5-5 3 16,3-15-2-16,5-8-1 16,5-10 2-16,3-10-7 15,23-4-4-15,6-11-14 16,10-25-4-16,1-9-11 0,-4 4-1 15,-12 1 31-15,-11 15 4 16,-19 6 8-16,-5 12 4 16,-2 7 31-16,-3 0 2 15,0 20-26-15,5 21 17 16,11 7-17-16,8 9-12 16,12-3-3-16,-1-12-35 15,-14-14-240-15</inkml:trace>
  <inkml:trace contextRef="#ctx0" brushRef="#br0" timeOffset="-38576.6">23252 12980 363 0,'0'0'168'0,"0"0"-89"0,0 0-17 0,0 0-24 16,0 0-21-16,0 0-13 15,0 0-2-15,99-12-1 16,-38 12 3-16,-22 0-4 16,-15 0 1-16,-16 0-1 15,-8 0 1-15,0 0-1 16,-21 0 0-16,-21 0-9 15,-3 0-4-15,16 0-17 16,21 0-63-16,8 0-206 16</inkml:trace>
  <inkml:trace contextRef="#ctx0" brushRef="#br0" timeOffset="-38123.32">23770 12623 163 0,'0'0'118'0,"0"0"1"0,0 0-50 15,0 0 3-15,0 0 3 16,0 0-34-16,21-67-21 15,-21 71-4-15,0 34 17 16,-24 23 47-16,-29 15-21 16,9 11-11-16,9 5-30 0,14-5-10 15,21-14-8 1,0-13 0-16,0-15 0 0,29-10-22 16,6-12-33-16,9-14-52 15,4-9-175-15</inkml:trace>
  <inkml:trace contextRef="#ctx0" brushRef="#br0" timeOffset="-37794.77">23933 12873 559 0,'0'0'145'15,"0"0"-115"-15,0 0-26 16,0 0-2-16,0 0 0 15,0 0-2-15,157-84-32 16,-93 43-47-16,-17-6-31 16,-8 0 21-16,-15 1 84 15,-11 5 5-15,-5 18 6 16,-8 10 49-16,0 10 30 16,0 3-33-16,-13 25-4 15,-34 26 28-15,-9 19-8 16,12 4-28-16,9 0-20 15,7-2-11-15,12-2-6 16,0-15-3-16,8-13-5 16,3-7-22-16,5-19-41 0,0-10-128 15,0-6-243-15</inkml:trace>
  <inkml:trace contextRef="#ctx0" brushRef="#br0" timeOffset="-37544.82">24230 12879 333 0,'0'0'149'0,"0"0"-116"15,0 0-22-15,0 0 40 16,0 0 1-16,0 0-17 16,92-23-2-16,-92 23-7 15,-50 20 15-15,0 4-4 0,-8 2-20 16,24-3-8-16,21-1-5 15,13-5-4-15,0 0 0 16,47-9-13-16,29-6-38 16,14-2-114-16,-3 0-255 15</inkml:trace>
  <inkml:trace contextRef="#ctx0" brushRef="#br0" timeOffset="-37372.94">24503 12884 589 0,'0'0'163'0,"0"0"-112"15,0 0-30 1,0 0-16-16,0 0-4 0,0 0-2 16,284-24-78-16,-205 10-209 15</inkml:trace>
  <inkml:trace contextRef="#ctx0" brushRef="#br0" timeOffset="-37247.96">24958 12784 334 0,'0'0'219'0,"0"0"-157"15,0 0-34-15,0 0 1 0,0 0-12 16,0 0-12 0,-79 126-5-16,79-84-70 0,29-7-159 15</inkml:trace>
  <inkml:trace contextRef="#ctx0" brushRef="#br0" timeOffset="-36951.1">25227 12525 456 0,'0'0'175'0,"0"0"-156"0,0 0 50 15,86 150 15-15,-62-74-52 16,-16 1-12-16,-8 5-14 15,-8-4-6-15,-50-5-42 16,-26-19-187-16</inkml:trace>
  <inkml:trace contextRef="#ctx0" brushRef="#br0" timeOffset="-35340.96">25466 12279 198 0,'0'0'117'0,"0"0"-42"0,0 0 18 0,210 47 26 16,-102 21-26-16,-3 19-20 15,-18 11-31-15,-34 7-21 16,-35 0-7-16,-18 0-12 0,-31-2-4 16,-48-8-6-16,-29-18-110 15,-8-20-286-15</inkml:trace>
  <inkml:trace contextRef="#ctx0" brushRef="#br0" timeOffset="-34559.24">22489 12441 173 0,'0'0'87'0,"0"0"13"16,0 0 13-16,-247 126 17 0,136-46-7 0,-2 14-38 15,18 15-28-15,35 6-22 16,44-4-17-16,16-8-11 15,79-17-6-15,58-13-1 16,26-18-81-16,8-11-109 16,-11-12-455-16</inkml:trace>
  <inkml:trace contextRef="#ctx0" brushRef="#br0" timeOffset="-33324.42">26523 12646 231 0,'0'0'134'0,"0"0"-30"0,0 0 0 0,0 0-4 0,0 0-29 15,0 0-24-15,-39-43-30 16,39 50-13-16,0 23 11 16,0 11 13-16,0 9-10 15,0 7-2-15,0 4-14 16,0 0 3-16,0-7-10 0,0-10 4 15,0-11-61-15,0-22-44 16,8-11-157-16,-1 0-167 16</inkml:trace>
  <inkml:trace contextRef="#ctx0" brushRef="#br0" timeOffset="-33168.04">26255 12853 57 0,'0'0'631'15,"0"0"-536"-15,0 0-78 16,0 0-7-16,284-4-2 16,-168 4-6-16,-9 0-4 15,-22 0-105-15,-33 0-362 0</inkml:trace>
  <inkml:trace contextRef="#ctx0" brushRef="#br0" timeOffset="-32651.71">27233 12744 267 0,'0'0'206'0,"0"0"-126"15,0 0-72-15,0 0 21 16,0 0 68-16,0 0-40 16,21 81-21-16,-5-40-24 0,2-3-7 15,3-5-4-15,-2-11 1 16,-3-9 3-16,-3-13-4 16,8 0-1-16,3-8-11 15,2-23-15-15,5-2-2 16,-4 2 16-16,-12 11 12 15,-4 11 0-15,-6 4 1 16,-5 5 10-16,0 0 3 16,0 8-5-16,0 28 15 15,0 8-16-15,0 5-6 16,0 4-2-16,16-14-67 16,18-11-229-16</inkml:trace>
  <inkml:trace contextRef="#ctx0" brushRef="#br0" timeOffset="-32386.11">28022 12921 681 0,'0'0'107'0,"0"0"-86"0,0 0-19 0,0 0 0 16,0 0-2-16,0 0-40 16,200-21-130-16,-171 19-370 15</inkml:trace>
  <inkml:trace contextRef="#ctx0" brushRef="#br0" timeOffset="-31808.04">28598 12697 344 0,'0'0'8'0,"0"0"-8"0,0 0-41 0,0 0 41 15,124-138 7-15,-101 97 21 16,-7 7 34-16,-16 10-22 16,0 12 1-16,0 8 28 15,0 4-5-15,0 0-26 16,0 37-25-16,0 20 55 16,-8 13-8-16,-15 9-21 0,-6 3-24 15,5-2-7-15,0-8-7 16,3-9 1-16,6-18 3 15,4-15-5-15,6-10-7 16,5-14-30-16,0-6-38 16,16 0-60-16,26-19-197 15</inkml:trace>
  <inkml:trace contextRef="#ctx0" brushRef="#br0" timeOffset="-31604.92">29040 12830 362 0,'0'0'220'0,"0"0"-171"16,0 0-32-16,0 0 53 0,0 0 10 16,0 0-36-16,-100 5-26 15,29 17-9-15,8 5-1 16,18-4-8-16,32 3 1 16,13-4-1-16,5 0 0 15,58-5 0-15,14-6-41 16,9-7-77-16,-9-4-281 15</inkml:trace>
  <inkml:trace contextRef="#ctx0" brushRef="#br0" timeOffset="-31401.83">29348 12860 600 0,'0'0'191'16,"0"0"-153"-16,0 0-36 15,0 0 1-15,0 0-3 16,0 0-69-16,223-30-257 16</inkml:trace>
  <inkml:trace contextRef="#ctx0" brushRef="#br0" timeOffset="-31151.87">29666 12764 569 0,'0'0'109'0,"0"0"-80"0,0 0-11 16,0 0 38-16,0 0-17 15,0 0-29-15,13 71-3 16,-13-57-7-16,0-6 1 15,0 1 0-15,0-9 2 16,8 1-3-16,0-1 0 16,13 0 0-16,10 0-2 15,4 0-22-15,15 0-36 16,7 0-68-16,9 0-77 16,0-7-98-16</inkml:trace>
  <inkml:trace contextRef="#ctx0" brushRef="#br0" timeOffset="-30792.52">30021 12518 163 0,'0'0'328'0,"0"0"-198"16,0 0-66-16,0 0 19 15,0 0-17-15,0 0-25 16,92 132-13-16,-63-81-19 15,-13 3-5-15,-16-3-1 16,0 3-3-16,-24-3-3 16,-52-3-43-16,-16-4-38 15,-3-12-206-15,13-8-150 16</inkml:trace>
  <inkml:trace contextRef="#ctx0" brushRef="#br0" timeOffset="-29948.58">28290 12691 216 0,'0'0'203'0,"0"0"-47"0,0 0-57 0,0 0-8 16,0 0-28-16,0 0-31 15,-29 32-13-15,6 29 18 16,7 11-20-16,8-2-13 15,8-5-2-15,24-6-2 16,52-20-76-16,24-16-151 16</inkml:trace>
  <inkml:trace contextRef="#ctx0" brushRef="#br0" timeOffset="-29307.08">30507 12434 230 0,'0'0'246'0,"0"0"-149"0,0 0-34 0,0 0 45 15,0 0-24-15,0 0-21 16,90 164-17-16,-90-100-19 15,0 2-7-15,0 1-15 16,-29 5-5-16,-32-3-19 16,-25-11-99-16,-30-14-275 15</inkml:trace>
  <inkml:trace contextRef="#ctx0" brushRef="#br0" timeOffset="-28697.77">27202 12559 377 0,'0'0'171'0,"0"0"-84"0,0 0-25 0,0 0 36 16,-161 170-23-16,122-67-19 15,39 12-35-15,0-1-19 16,71-9-2-16,44-28-81 0,30-30-305 16</inkml:trace>
  <inkml:trace contextRef="#ctx0" brushRef="#br0" timeOffset="-27854.07">31052 12643 424 0,'0'0'149'0,"0"0"-136"0,0 0-12 0,0 0 19 0,0 0 44 16,-8 149-27-16,-13-92-20 16,10-8-11-16,11-2-6 15,0-15-7-15,0-12-95 16,19-16-150-16</inkml:trace>
  <inkml:trace contextRef="#ctx0" brushRef="#br0" timeOffset="-27713.47">30931 12815 613 0,'0'0'159'0,"0"0"-119"0,0 0-40 16,0 0 8-16,0 0-7 15,0 0-2-15,260-26-31 16,-181 26-166-16,-3-3-325 16</inkml:trace>
  <inkml:trace contextRef="#ctx0" brushRef="#br0" timeOffset="-27603.63">31725 12760 228 0,'0'0'0'0</inkml:trace>
  <inkml:trace contextRef="#ctx0" brushRef="#br0" timeOffset="-27478.62">32275 12821 466 0,'0'0'99'16,"0"0"-99"-16,0 0-118 15,0 0-41-15,0 0-76 16</inkml:trace>
  <inkml:trace contextRef="#ctx0" brushRef="#br0" timeOffset="-27369.26">32614 12857 201 0,'0'0'0'15,"0"0"-50"-15</inkml:trace>
  <inkml:trace contextRef="#ctx0" brushRef="#br0" timeOffset="-26462.63">25713 13874 482 0,'0'0'195'0,"0"0"-94"0,0 0-41 0,0 0-26 15,0 0-22 1,0 0-12-16,87 0-10 0,-11 0-24 15,-7 0-87-15,-17-6-197 16</inkml:trace>
  <inkml:trace contextRef="#ctx0" brushRef="#br0" timeOffset="-26290.77">26031 13782 437 0,'0'0'135'0,"0"0"-96"16,0 0-25-16,0 0-4 15,0 0-10-15,0 0 1 16,-10 6 1-16,12 4-2 16,6 6-29-16,-2-8-36 0,-6-1-58 15,0-1 16-15,0-5 21 16,0-1-18-16</inkml:trace>
  <inkml:trace contextRef="#ctx0" brushRef="#br0" timeOffset="-26087.67">26031 13782 176 0,'92'-58'297'15,"-92"58"-189"-15,0 0-90 16,0 0 14-16,0 0-8 16,0 0-24-16,0 21-17 15,0 15 11-15,0 3 6 16,0 0 3-16,0-8-3 15,0-9-144-15,-10-11-109 0</inkml:trace>
  <inkml:trace contextRef="#ctx0" brushRef="#br0" timeOffset="-25837.69">26081 13829 356 0,'0'0'232'0,"0"0"-157"0,0 0-64 16,0 0 15-16,0 0 13 15,0 0-17-15,-8 152-19 16,8-116 0-16,11-3-3 15,2-11-45-15,-10-12-95 16,-3-10-255-16</inkml:trace>
  <inkml:trace contextRef="#ctx0" brushRef="#br0" timeOffset="-25697.08">25866 13928 614 0,'0'0'128'0,"0"0"-105"0,0 0-23 16,215-19 3-16,-128 19-3 16,5 0-50-16,-8-6-153 15</inkml:trace>
  <inkml:trace contextRef="#ctx0" brushRef="#br0" timeOffset="-24165.99">27309 13871 192 0,'0'0'196'0,"0"0"-45"0,0 0-48 0,0 0-5 0,0 0-36 16,0 0-26-16,0 26-4 15,0 12 17-15,0 1-20 16,0-5-19-16,0-8-9 16,0-10 1-16,0-10-1 15,0 0 0-15,0-6-1 16,24 0-1-16,16-17-8 16,15-14-8-16,3-6 2 15,-11 5 2-15,-13 8 13 16,-13 6 0-16,-13 14 1 0,-3 2 3 15,-5 2 3 1,8 0-1-16,0 2-6 0,3 18 0 16,10 8 0-16,-3-1 0 15,6 1-24-15,10-3-59 16,0-15-156-16</inkml:trace>
  <inkml:trace contextRef="#ctx0" brushRef="#br0" timeOffset="-23962.89">28096 13973 671 0,'0'0'149'0,"0"0"-78"15,0 0-40-15,0 0-20 16,0 0-2-16,215-17-9 15,-157 17-26-15,-21 0-64 16,0 0-127-16,-19 0-282 16</inkml:trace>
  <inkml:trace contextRef="#ctx0" brushRef="#br0" timeOffset="-23744.17">28790 13775 536 0,'0'0'152'16,"0"0"-99"-16,0 0-7 16,0 0-7-16,0 0-32 15,-50 160-7-15,87-121-8 16,8-8-118-16,-11-12-303 15</inkml:trace>
  <inkml:trace contextRef="#ctx0" brushRef="#br0" timeOffset="-23509.41">29032 13597 388 0,'0'0'297'16,"0"0"-221"-16,0 0-57 16,0 0 39-16,0 0-3 15,213 178-33-15,-210-111-11 16,-3-3-8-16,-24 3-3 16,-52-6-43-16,-32-13-75 15,-24-11-352-15</inkml:trace>
  <inkml:trace contextRef="#ctx0" brushRef="#br0" timeOffset="-23070.47">27525 13686 421 0,'0'0'188'0,"0"0"-88"0,0 0-44 0,0 0-11 15,-145 150 43-15,101-54-26 16,12 9-42-16,32 3-13 15,0 0-7-15,98-25-23 16,36-25-133-16</inkml:trace>
  <inkml:trace contextRef="#ctx0" brushRef="#br0" timeOffset="-22425.17">29942 13745 409 0,'0'0'240'0,"0"0"-165"0,0 0-32 0,0 0 0 0,-39 157-20 15,39-105-17-15,0-4-5 16,0-7-1-16,0-12-29 16,0-12-108-16,2-15-163 15</inkml:trace>
  <inkml:trace contextRef="#ctx0" brushRef="#br0" timeOffset="-22284.56">29732 13947 489 0,'0'0'198'0,"0"0"-98"15,0 0-58-15,0 0-7 16,0 0-15-16,0 0-15 16,234-24-5-16,-155 24-16 15,-14 0-72-15,-23 0-270 16</inkml:trace>
  <inkml:trace contextRef="#ctx0" brushRef="#br0" timeOffset="-21502.94">30797 13788 607 0,'0'0'122'0,"0"0"-101"0,0 0 35 0,0 0-1 0,0 133-16 16,0-103-26-16,0-4-5 15,0-9-8-15,18-9 3 16,3-8-1-16,5 0-2 16,9-7-8-16,4-21-3 15,1-7-2-15,-1-1 7 16,-2 5 6-16,-19 11 4 15,-5 10-2-15,-5 7 23 16,-8 3-14-16,3 0-9 0,5 7 2 16,-3 19-4-16,3 5 1 15,0-1-1-15,-3 0-18 16,-2-5-48-16,-3-5-85 16,5-11-217-16</inkml:trace>
  <inkml:trace contextRef="#ctx0" brushRef="#br0" timeOffset="-21331.09">31391 13899 611 0,'0'0'168'0,"0"0"-112"0,0 0-35 16,0 0-3-16,232-20-15 15,-167 20-3-15,-12 0-64 16,-24-5-223-16</inkml:trace>
  <inkml:trace contextRef="#ctx0" brushRef="#br0" timeOffset="-20831.15">31980 13797 488 0,'0'0'111'0,"0"0"-62"15,0 0 7-15,0 0 2 16,0 0-31-16,0 0-21 16,0-15-1-16,5 14-4 15,-2 1-1-15,-3 0 1 16,0 0-3-16,0 0 6 15,0 0-4-15,0 0 2 16,0 0 3-16,0 0-2 16,0 0-1-16,0 0 1 15,0-3-2-15,5 0 0 16,3 0 4-16,-5 2-4 16,-3-1 10-16,5 2 19 0,-5 0-1 15,0 0-8-15,0 16-14 16,0 17-4-16,0 7 38 15,0-2-21-15,0-6-13 16,0-10-5-16,19-12 1 16,23-10 1-16,5 0-4 15,13-15-15-15,-2-27-14 16,-13 1-1-16,-8-3-4 16,-29 4 27-16,-8 9 6 15,0 11 0-15,-8 10-1 16,-29 10-2-16,0 0-5 15,-5 23-26-15,5 9-48 16,14 0-132-16,9-7-161 0</inkml:trace>
  <inkml:trace contextRef="#ctx0" brushRef="#br0" timeOffset="-20628.04">32511 13552 501 0,'0'0'172'0,"0"0"-95"0,0 0-42 0,0 0 40 0,87 185-25 15,-87-104-36 1,0-2-3-16,-47-6-11 0,-8-9-25 16,-14-20-63-16,-15-16-306 15</inkml:trace>
  <inkml:trace contextRef="#ctx0" brushRef="#br0" timeOffset="-20268.71">30791 13753 383 0,'0'0'235'16,"0"0"-135"-16,0 0-25 16,-84 127 6-16,84-41-26 15,6 4-42-15,57 2-13 16,29-13-12-16,8-22-123 16,2-30-431-16</inkml:trace>
  <inkml:trace contextRef="#ctx0" brushRef="#br0" timeOffset="-19768.75">32853 13403 289 0,'0'0'367'0,"0"0"-266"0,-34 155 3 0,-18-57-32 0,4 8-35 16,17-6-24-16,25-2-11 15,6-12-4-15,21-10-56 16,14-18-110-16</inkml:trace>
  <inkml:trace contextRef="#ctx0" brushRef="#br0" timeOffset="-13296.63">14633 15152 217 0,'0'0'129'0,"0"0"-40"0,0 0-16 0,0 0-8 0,0 0-17 16,0 0-6-16,0 0 5 15,116-44-13-15,-79 41-5 16,0-1-5-16,-11-1-9 16,-5 5-7-16,-5 0-4 15,0 0-4-15,7 0 0 16,-2 0-13-16,-2 0-30 15,2 0-40-15,-11 0-17 16,-5 6-57-16,-5 7 4 16,0 3 81-16,-52 3 10 0,-19 7-24 15,-13 0 55-15,13-4 31 16,2 0 79-16,17-3 10 16,20-6-10-16,16-1 38 15,16-2-13-15,0-3-36 16,0-1-24-16,37-1-5 15,18-2-8-15,16-3-16 16,6 0-5-16,7 0-10 16,-5 0-50-16,-11-3-105 15,1-8-92-15</inkml:trace>
  <inkml:trace contextRef="#ctx0" brushRef="#br0" timeOffset="-12952.76">15459 15122 280 0,'0'0'166'0,"0"0"-84"0,0 0-24 0,0 0 13 0,0 0-24 15,0 0-29-15,-166 117-13 16,174-100 1-16,40-14-5 15,12-3-1-15,11-3 7 16,5-29-7-16,-5-7-2 0,-10-8-3 16,-22-1-2-1,-15-1 7-15,-24 5 2 0,-3 6 0 16,-54 12-2-16,-30 20 0 16,-21 6-1-16,5 6 2 15,11 33 0-15,40 2-1 16,36 7-21-16,16-7-80 15,31-8-120-15,33-9-81 16</inkml:trace>
  <inkml:trace contextRef="#ctx0" brushRef="#br0" timeOffset="-12795.98">15459 15122 392 0,'245'70'212'0,"-245"-46"-177"15,0 3 5-15,0 4 13 16,0-4-17-16,0 4-27 15,15-2-1-15,9-4-8 16,5-3-2-16,3-6-54 16,7-7-109-16,1-9-221 15</inkml:trace>
  <inkml:trace contextRef="#ctx0" brushRef="#br0" timeOffset="-12499.15">16190 15285 192 0,'0'0'362'0,"0"0"-270"0,0 0-61 15,0 0 46-15,0 0-31 16,0 0-27-16,0 101-11 16,0-88-7-16,21-4 1 15,-2-9-4-15,10 0-7 16,-3-9 6-16,3-16-4 15,0 2-5-15,-13 4 12 16,-14 9 1-16,3 6 7 16,-2 4 22-16,-3 0-28 15,0 10 2-15,13 23-4 16,-2 5 0-16,18 0-23 16,18-6-87-16,0-16-216 15</inkml:trace>
  <inkml:trace contextRef="#ctx0" brushRef="#br0" timeOffset="-4338.95">17055 15316 279 0,'0'0'109'0,"0"0"-34"0,0 0 6 0,0 0 3 16,0 0-5-16,0 0-14 15,-55-26-19-15,55 26-11 16,0 0-18-16,0 0-12 16,0 0-2-16,0 0-1 15,0 0-1-15,0 0 6 0,16 0-7 16,23 0-20-1,30 0-40-15,10 0-160 0</inkml:trace>
  <inkml:trace contextRef="#ctx0" brushRef="#br0" timeOffset="-3870.2">17487 15239 450 0,'0'0'189'0,"0"0"-87"16,0 0-68-16,0 0-23 15,0 0-8-15,0 0 0 16,147-76 1-16,-63 38-4 16,-8 3-12-16,-12-4-3 15,-25 7 9-15,-10 13 1 16,-19 6 5-16,-4 12 5 16,-6 1-1-16,0 7 5 15,-21 36-5-15,-37 22 28 16,-18 16 17-16,-9 15-13 0,-7 3-13 15,16-7-10-15,8-11-7 16,12-22 0-16,25-23-10 16,7-14 9-16,16-13-6 15,8-9 1-15,0 0-33 16,3-7-14-16,55-24-24 16,21-20-99-16,13 0-78 15,-13 7-67-15</inkml:trace>
  <inkml:trace contextRef="#ctx0" brushRef="#br0" timeOffset="-3729.62">17842 15431 319 0,'0'0'221'0,"0"0"-113"16,0 0-32-1,0 0-15-15,0 0-38 0,0 0 0 16,-84 38-4-16,28-5 4 16,4-2-8-16,12 0-4 15,25-4-11-15,15-2 0 16,15-9-6-16,64-7-51 15,21-9-48-15,8 0-190 16</inkml:trace>
  <inkml:trace contextRef="#ctx0" brushRef="#br0" timeOffset="-3432.82">18623 15348 576 0,'0'0'191'0,"0"0"-128"15,0 0-53-15,0 0 1 16,221 0 3-16,-119 0-13 16,-4 0-1-16,-35 0-35 0,-19 0-100 15,-28 0-164 1</inkml:trace>
  <inkml:trace contextRef="#ctx0" brushRef="#br0" timeOffset="-3276.6">18870 15227 311 0,'0'0'223'0,"0"0"-82"16,0 0-44-16,0 0-49 16,0 0-32-16,0 0 45 15,-102 155-25-15,102-68-32 16,0 12-4-16,0-6-28 16,0-17-192-16</inkml:trace>
  <inkml:trace contextRef="#ctx0" brushRef="#br0" timeOffset="-1088.67">30768 14592 261 0,'0'0'91'0,"0"0"-83"0,0 0-2 0,0 0-3 16,0 0 4-16,0 0 2 15,0 0 2-15,0 0-4 16,-55 32 6-16,34-29 19 16,-3 3 11-16,-8-3-26 15,-5 4-9-15,3-1-8 16,-10 1 0-16,4-1 3 15,-5 1-2-15,-2 1 3 16,2-3-3-16,-10 0-1 0,10-2 9 16,-10 0 5-1,3 4-3-15,-4-3-1 0,1 5 7 16,3-6-7 0,-4 1-3-16,1 2-1 0,-3-3 1 15,3-1-5-15,8 3 7 16,-1 1 0-16,-4 3-3 15,-1 4-4-15,-2-3 2 16,0 0-4-16,-6 2 1 16,-2-6 0-16,-13 3 0 15,-3-2 1-15,-11-3 0 16,-4 2 0-16,10 1 5 16,5-4-6-16,10 0-1 15,9 0 1-15,5-3-1 16,-1 0 0-16,-1 0 0 0,1 0 1 15,-4 0 1-15,5 0 0 16,-8 0-1-16,-6 0-1 16,-2 0-1-16,-5 0-3 15,5 0 8-15,-3 1-4 16,3-1 1-16,8 0-1 16,-5 3 0-16,-1-3 0 15,6 0 0-15,3 0 1 16,-3 0-1-16,2 0 0 15,-7 0-1-15,2 0 2 16,-2 0-1-16,-1 0 0 16,-7 0 0-16,0 0-1 0,2 0 2 15,-2 0 3 1,0 0-3-16,12 0-2 0,4 0 2 16,7 0 8-16,6-7 10 15,8 0-14-15,2 0 1 16,5-1-4-16,3 1 1 15,3-3-2-15,-11 7 0 16,-2-4-1-16,-6-1 0 16,-2 4 0-16,-6-2 2 15,11 5-1-15,-3-2-1 16,14 1 7-16,2-5-1 16,-3 3-1-16,-5-3-3 15,3-1 1-15,-5-1 0 0,-19 2-3 16,8-3 3-1,-11 1 2-15,6 2-2 0,3 0 11 16,23 1-4-16,5-2-1 16,0 1-5-16,14 0 4 15,-11 1 4-15,5-1-12 16,0-2 7-16,3 2 0 16,3-2 2-16,2 3-1 15,0-1-5-15,3 1-2 16,2 0 4-16,-2-1-5 15,2-3 1-15,-2 4 1 16,2-1-2-16,-5 0 1 0,-5-1 0 16,-3 2 3-1,-5 3-2-15,3 0-2 0,5 2 0 16,2 1-2-16,6 0 4 16,-3 0-2-16,8 0 0 15,0 0 0-15,0 0-1 16,0 0-48-16,0 16-74 15,24 0-168-15</inkml:trace>
  <inkml:trace contextRef="#ctx0" brushRef="#br0" timeOffset="-760.59">25098 14685 204 0,'0'0'109'0,"0"0"0"0,0 0 10 0,0 0-40 16,0 0-4-16,0 0-28 15,-63 95-34-15,63-64-6 16,0-8-4-16,0-12 0 16,0-6 0-16,0-5-1 15,13-6 8-15,5-32-6 16,11-17-4-16,8-7 4 15,-13-3-4-15,2 3 0 16,-5 12 4-16,-3 15-4 16,3 18 21-16,11 8 1 0,21 9-18 15,18 0-3-15,34 26 0 16,21 18 0-16,13 10-1 16,9 4-32-16,-12-6-137 15,-28-11-384-15</inkml:trace>
  <inkml:trace contextRef="#ctx0" brushRef="#br0" timeOffset="223.9">31594 14518 352 0,'0'0'144'0,"0"0"-71"0,0 0-25 0,0 0 9 15,0 0 7-15,0 0-21 16,0-48-7-1,0 48-20-15,0 0-12 0,0 0-3 16,0 0-1-16,0 0 5 16,0 20 5-16,0 8-3 15,0 8-6-15,-3 15-1 16,-15-7-61-16,-17 0-425 16</inkml:trace>
  <inkml:trace contextRef="#ctx0" brushRef="#br0" timeOffset="7885.21">19662 15087 337 0,'0'0'185'0,"0"0"-104"0,0 0-28 0,0 0 0 0,0 0-15 15,0 0-6-15,0 0-9 16,-40-39-6-16,90 31-16 16,16-1 1-16,-3 4 0 15,-10 5 5-15,-14 0 2 16,-15 21 10-16,-22 19-4 16,-2 11 10-16,-23 10 7 15,-40 7-22-15,2 0 3 16,6-8-9-16,10-8-1 15,22-17-3-15,12-14 0 16,6-10 0-16,5-5-1 16,0-3 1-16,0 1 0 15,0 2 1-15,16 4-1 16,23-5 7-16,19-3-7 0,0-2 0 16,15 0-1-1,6 0-8-15,13 0-38 0,11 0-40 16,-6 0-109-16</inkml:trace>
  <inkml:trace contextRef="#ctx0" brushRef="#br0" timeOffset="8713.34">21276 14512 473 0,'0'0'149'0,"0"0"-55"0,0 0-34 0,0 0-18 16,0 0-17-16,0 0-9 16,-10-11-6-16,10 11-9 15,0 0 1-15,-5 0 3 16,5 0-4-16,-3 0 3 15,-18 0-4-15,-8 0 2 0,-18 0 0 16,-22 0 1 0,-2 2-3-16,-5 1-1 0,5 2 1 15,-5 2 1 1,5 3-1-16,10 0 0 0,17 3 0 16,17 1 0-16,12 2 1 15,7 10-1-15,8 9 0 16,0 12-1-16,10 2 1 15,27 3 0-15,-13 2-5 16,-1-3 5-16,-15 3 2 16,-8 7 10-16,0 11 3 15,-8 15-3-15,-21 21 13 16,-10 13-9-16,5 10 10 0,-3 3-1 16,0-9-8-1,6-14-9-15,-1-20 4 0,8-13 5 16,9-18-6-16,7-13-5 15,8-13-1-15,0-5-3 16,0-10-1-16,55-13-1 16,37-6 0-16,24 0-22 15,23-31-46-15,8-18-44 16,-23-7-127-16</inkml:trace>
  <inkml:trace contextRef="#ctx0" brushRef="#br0" timeOffset="20449.8">21297 15312 364 0,'0'0'156'0,"0"0"-103"0,0 0-31 0,0 0-7 0,0 0 12 0,0 0 23 16,19 65-12-16,-6-23-2 16,3-2-19-16,-8-2-9 15,0-11 2-15,-1-3-2 16,-7-11 0-16,8-3-7 15,-8-6 5-15,0-1-5 16,0-3 8-16,6 0-5 16,4-10-3-16,11-19-1 15,11-12 0-15,7-1 4 16,-2 5-2-16,-3 10-2 0,-13 9 0 16,-5 11 0-16,-16 5 0 15,0 2 0-15,8 0-2 16,-8 18 2-16,0 18 17 15,0 4-9-15,0-2-6 16,8-2-2-16,0-2-15 16,-3-10-39-16,-2-4-126 15,-3-13-241-15</inkml:trace>
  <inkml:trace contextRef="#ctx0" brushRef="#br0" timeOffset="20637.29">21852 15479 559 0,'0'0'158'0,"0"0"-90"16,0 0-41-16,0 0-11 16,0 0-10-16,0 0-3 15,203-4-3-15,-148 4-65 16,-8 0-160-16</inkml:trace>
  <inkml:trace contextRef="#ctx0" brushRef="#br0" timeOffset="20793.53">22223 15398 462 0,'0'0'196'0,"0"0"-131"0,0 0-55 15,0 0-6-15,0 0 1 16,0 0-5-16,-21 55-13 15,45-31-109-15,5-4-237 16</inkml:trace>
  <inkml:trace contextRef="#ctx0" brushRef="#br0" timeOffset="21184.37">22223 15398 226 0,'132'10'221'0,"-132"-10"-108"15,0 0-49-15,0 0-14 16,-8 4-15-16,-5 21 4 15,2 7-1-15,6 1-27 16,5-6-2-16,0-6-6 16,0-10-3-16,21-5 0 15,18-6 2-15,1-9-5 16,12-22-9-16,-9-11-6 0,-15-2-11 16,-14-2 3-16,-14 6 26 15,0 13 1-15,-61 11-1 16,-15 8 9-16,0 8 0 15,15 0 1-15,27 27-10 16,18 7-2-16,16 3-11 16,0-6-120-16,3-8-201 15</inkml:trace>
  <inkml:trace contextRef="#ctx0" brushRef="#br0" timeOffset="21419.26">22681 15109 309 0,'0'0'240'16,"0"0"-171"-16,0 0 14 16,0 0-11-16,271 152-28 15,-227-78-15-15,-36 3-6 16,-8-2-18-16,-21-6-4 15,-44-9 4-15,-28-9-5 16,-14-9-66-16,-9-17-201 16</inkml:trace>
  <inkml:trace contextRef="#ctx0" brushRef="#br0" timeOffset="21919.81">21297 15074 150 0,'0'0'213'0,"0"0"-35"0,0 0-68 0,0 0-16 16,0 0-34-16,-244 115-5 16,165-23-12-16,16 10-27 15,21 4-9-15,39-8-7 16,3-13 0-16,79-23-64 15,45-26-106-15,12-22-458 16</inkml:trace>
  <inkml:trace contextRef="#ctx0" brushRef="#br0" timeOffset="22639.03">23638 15331 131 0,'0'0'113'0,"0"0"13"0,0 0-2 0,0 0-16 15,0 0-1-15,0 0-30 16,-68-95-25-16,60 95-19 16,0 25-24-16,-8 26 2 0,6 9 8 15,2 5-11-15,3 0-6 16,5-9-1-16,0-5-1 16,0-15-20-16,0-12-37 15,0-14-61-15,0-10-148 16,13 0-194-16</inkml:trace>
  <inkml:trace contextRef="#ctx0" brushRef="#br0" timeOffset="22795.2">23280 15502 377 0,'0'0'253'0,"0"0"-142"16,0 0-73-16,0 0-26 15,0 0 0-15,0 0-12 16,263-25 0-16,-176 25-10 15,-3 0-172-15,-5 0-406 16</inkml:trace>
  <inkml:trace contextRef="#ctx0" brushRef="#br0" timeOffset="23483.5">24388 15453 72 0,'0'0'204'0,"0"0"-45"0,0 0-39 0,0 0-20 0,0 0-25 16,0 0-47-16,-11-12-15 15,11 44 14-15,0 8 9 16,0 3-20-16,3-2-6 16,-3-9-9-16,0-10 3 0,0-10-1 15,0-8-1-15,0-4-2 16,8 0-4 0,13-13-8-16,18-16-22 0,6-6 11 15,7 1 5-15,-12 5 2 16,-9 9 9-16,-15 10 7 15,-8 5 0-15,-8 5 1 16,0 0 3-16,0 5 7 16,0 18 14-16,0 7-13 15,0 4-9-15,0-6-2 0,0 4-1 16,0-9-45-16,0-7-110 16,0-7-162-16</inkml:trace>
  <inkml:trace contextRef="#ctx0" brushRef="#br0" timeOffset="23702.24">24927 15591 573 0,'0'0'136'0,"0"0"-103"15,0 0-15 1,0 0-11-16,239-27-7 0,-178 24-4 16,-9 3-38-16,-18 0-145 15,-13 0-210-15</inkml:trace>
  <inkml:trace contextRef="#ctx0" brushRef="#br0" timeOffset="23858.46">25321 15540 403 0,'0'0'194'16,"0"0"-90"-16,0 0-52 16,0 0-29-16,0 0-21 0,0 0 0 15,-18 82 3 1,34-43-5-16,-6-10-84 0,11-4-196 16</inkml:trace>
  <inkml:trace contextRef="#ctx0" brushRef="#br0" timeOffset="24108.44">25661 15213 569 0,'0'0'140'16,"0"0"-111"-16,0 0 0 15,7 131 23-15,14-44-3 16,3 2-25-16,-3-7-15 16,-13-15-7-16,-8-13 1 0,0-11-3 15,-50-15-31-15,-29-2-23 16,-29-16-123-16,-10-4-318 16</inkml:trace>
  <inkml:trace contextRef="#ctx0" brushRef="#br0" timeOffset="24703.14">24090 15261 79 0,'0'0'267'0,"0"0"-46"0,0 0-88 0,0 0-45 0,0 0-39 15,-160 138-7-15,139-39-22 16,21 5-13-16,0-4-7 16,60-10-34-16,25-24-50 15,17-22-196-15</inkml:trace>
  <inkml:trace contextRef="#ctx0" brushRef="#br0" timeOffset="25531.42">25327 15622 137 0,'0'0'183'0,"0"0"-71"0,0 0-53 0,0 0-34 16,0 0-9-16,0 0-8 16,47-15-4-16,-23-2 3 15,-1-5-2-15,9-3-2 16,-3-4-2-16,-6 0 0 15,1 3 3-15,-8 8 17 16,-8 4 13-16,-3 11 17 16,-5 3-14-16,0 0-6 15,0 0-17-15,3 19 1 16,-3 11 9-16,0 3-11 16,0 0-10-16,0-4-1 15,0 0 0-15,0-5-2 16,0-4-19-16,0-3-66 15,13-8-128-15,2-3-165 0</inkml:trace>
  <inkml:trace contextRef="#ctx0" brushRef="#br0" timeOffset="25687.66">25327 15622 460 0,'107'84'174'15,"-107"-84"-112"-15,0 0-22 16,0 0 7-16,3 0-22 15,42 0-16-15,18-7-9 16,10 3-5-16,-15-2-81 0,-8-1-357 16</inkml:trace>
  <inkml:trace contextRef="#ctx0" brushRef="#br0" timeOffset="26438.7">26155 15682 372 0,'0'0'277'0,"0"0"-169"0,0 0-68 0,0 0-13 0,0 0 0 0,0 0-24 15,252-10 2 1,-199 10-5-16,-11 0-4 15,-13 0-42-15,-16 0-44 16,-13-3-137-16,0-5-115 0</inkml:trace>
  <inkml:trace contextRef="#ctx0" brushRef="#br0" timeOffset="26579.3">26329 15548 374 0,'0'0'200'15,"0"0"-118"-15,0 0-43 16,0 0 12-16,0 0 20 15,0 0-25-15,10 115-27 16,3-61-12-16,-5 2-7 16,-5-2-29-16,2-6-143 15</inkml:trace>
  <inkml:trace contextRef="#ctx0" brushRef="#br0" timeOffset="27346.15">26878 15199 185 0,'0'0'164'0,"0"0"-26"0,0 0-40 16,0 0-3-16,0 0-22 15,0 0-20-15,-68 51-17 16,-1 31 24-16,12 13-15 15,12 5-23-15,37-11-16 16,8-16-1-16,0-15-5 16,31-17 0-16,22-9-44 15,8-14-31-15,-4-14-68 16,-4-4-277-16</inkml:trace>
  <inkml:trace contextRef="#ctx0" brushRef="#br0" timeOffset="27658.07">27002 15520 286 0,'0'0'283'0,"0"0"-164"16,0 0-75-16,0 0 7 16,0 0 2-16,0 0-18 15,0 128-16-15,0-97-13 0,0-11 1 16,0-4-5-1,0-14-2-15,0-2-15 0,13 0 7 16,11-25-4-16,7-6-14 16,3-2 12-16,3 7 13 15,-8 8 2-15,-11 9-1 16,4 9 8-16,1 0-4 16,-2 6-3-16,3 17-1 15,-8 5 0-15,-6 3-4 16,-5-5-108-16,-2-9-240 15</inkml:trace>
  <inkml:trace contextRef="#ctx0" brushRef="#br0" timeOffset="27876.75">27428 15575 699 0,'0'0'102'15,"0"0"-78"-15,0 0-20 16,0 0 0-16,0 0-4 16,0 0-36-16,244 19-126 15,-204-19-254-15</inkml:trace>
  <inkml:trace contextRef="#ctx0" brushRef="#br0" timeOffset="28157.98">27741 15444 256 0,'0'0'382'16,"0"0"-257"-16,0 0-75 15,0 0-11-15,0 0 5 16,0 0-8-16,202 54-16 16,-202-19-3-16,0 0-8 15,-16 1-7-15,-31-11 2 16,8-6-3-16,5-6 0 16,23-9-1-16,11-2-37 0,0-2-21 15,47 0 12-15,22 0-31 16,10-23-140-16,-3-9-214 15</inkml:trace>
  <inkml:trace contextRef="#ctx0" brushRef="#br0" timeOffset="28345.5">27964 15232 625 0,'0'0'111'0,"0"0"-27"0,87 183-15 15,-34-104-19-15,-19-5-31 16,-26-4-17-16,-8-3-2 16,-34-9-22-16,-56-11-92 15,-20-11-431-15</inkml:trace>
  <inkml:trace contextRef="#ctx0" brushRef="#br0" timeOffset="29314.66">28698 15695 525 0,'0'0'149'0,"0"0"-51"0,0 0-28 0,0 0-14 16,0 0-52-16,0 0-4 15,3-19-31-15,70 19-49 16,-7 0-125-16,-13 6-233 16</inkml:trace>
  <inkml:trace contextRef="#ctx0" brushRef="#br0" timeOffset="29424.47">28698 15695 298 0,'247'7'121'0,"-247"-14"-107"15,0 2-14-15,32 1-18 16,7 1-27-16,1 3-73 15,-1 0 17-15</inkml:trace>
  <inkml:trace contextRef="#ctx0" brushRef="#br0" timeOffset="29549.64">29219 15686 273 0,'0'0'247'15,"0"0"-135"-15,0 0-32 16,0 0-28-16,0 0-35 15,0 0-17-15,-103-19-82 16,151 19-180-16</inkml:trace>
  <inkml:trace contextRef="#ctx0" brushRef="#br0" timeOffset="31331.12">29534 15447 309 0,'0'0'211'0,"0"0"-121"0,0 0-45 0,0 0-23 15,0 0-19-15,0 0-3 16,-8-14 0-16,8 14 0 16,0 0 0-16,6 3 0 15,-6-2-8-15,0-1 8 16,0 0 0-16,0 0 2 0,0 0 5 16,0 0-1-1,0 0-1-15,0 0-1 0,0 0-1 16,0 0-2-16,0-1-1 15,0 1-27-15,0 0-30 16,0 0-17-16,0 0-66 16,0 0 0-16,0 5-86 15</inkml:trace>
  <inkml:trace contextRef="#ctx0" brushRef="#br0" timeOffset="31831.3">29566 15408 362 0,'0'0'203'0,"0"0"-95"0,0 0-45 0,0 0-34 0,0 0 7 15,0 0 26-15,0 119-24 16,0-75-26-16,0-3-5 15,0-2-3-15,0-11-4 16,5-5-3-16,11-8-41 0,5-6-28 16,-3-9-109-16,-4 0-194 15</inkml:trace>
  <inkml:trace contextRef="#ctx0" brushRef="#br0" timeOffset="31971.98">29419 15612 422 0,'0'0'256'31,"0"0"-165"-31,0 0-55 0,0 0 4 0,0 0-8 16,0 0-20-16,268-18-10 15,-189 18-2-15,-27 0-70 16,-23 0-149-16</inkml:trace>
  <inkml:trace contextRef="#ctx0" brushRef="#br0" timeOffset="32534.83">28551 15540 305 0,'0'0'215'0,"0"0"-92"0,0 0-18 0,0 0-43 0,0 0-22 16,0 0-28-16,-21 78 10 16,21-29-9-16,0-4-11 15,16-8-2-15,7-7 0 16,-7-11-38-16,0-7-30 15,-3-12-89-15,-10 0-135 16</inkml:trace>
  <inkml:trace contextRef="#ctx0" brushRef="#br0" timeOffset="32659.83">28477 15699 129 0,'0'0'300'0,"0"0"-146"16,0 0-51-16,0 0-49 15,0 0-32-15,0 0-21 16,21-16-1-16,50 16-3 15,-2 6-126-15,-1 0-127 16</inkml:trace>
  <inkml:trace contextRef="#ctx0" brushRef="#br0" timeOffset="32909.81">28798 15651 468 0,'0'0'202'0,"0"0"-125"16,0 0-41-16,0 0-36 15,0 0-61-15,0 0-162 0</inkml:trace>
  <inkml:trace contextRef="#ctx0" brushRef="#br0" timeOffset="32987.91">29108 15638 398 0,'0'0'0'15,"0"0"-156"-15</inkml:trace>
  <inkml:trace contextRef="#ctx0" brushRef="#br0" timeOffset="34378.55">30079 15119 163 0,'0'0'94'0,"0"0"-28"0,0 0-38 16,0 0 23-16,0 0 7 15,0 0-11-15,2-58-25 16,-2 58-12-16,0 0-2 16,0 0 5-16,0 0 8 0,0 0 6 15,0 0 6-15,0 0 1 16,0 31 3-16,-39 27 36 15,-8 25 3-15,-6 16-31 16,6 10-16-16,7-2-3 16,3-10-23-16,14-15 2 15,10-17-5-15,13-19-1 16,0-13-5-16,44-10-25 16,25-7-21-16,10-8-42 15,-3-8-185-15</inkml:trace>
  <inkml:trace contextRef="#ctx0" brushRef="#br0" timeOffset="34753.65">30050 15514 394 0,'0'0'187'0,"0"0"-109"15,0 0-50-15,0 0 29 16,0 0-4-16,0 0-21 16,0 144-10-16,8-113-21 15,0-11 3-15,5-6 0 0,-5-14-4 16,7 0 0-16,9 0-7 15,10-28-6-15,8-2 2 16,-7 0 6-16,-4 7 2 16,-10 13 3-16,-5 5 1 15,-8 5 10-15,0 0-7 16,0 5-3-16,5 18 4 16,-5 3-5-16,2 5-6 15,-5-7-77-15,-5-4-379 16</inkml:trace>
  <inkml:trace contextRef="#ctx0" brushRef="#br0" timeOffset="34941.51">30452 15638 622 0,'0'0'200'0,"0"0"-120"15,0 0-58-15,0 0-22 16,0 0 1-16,0 0-1 16,161 7-20-16,-117-1-54 15,-17-3-157-15</inkml:trace>
  <inkml:trace contextRef="#ctx0" brushRef="#br0" timeOffset="38272.06">28898 16178 365 0,'0'0'264'0,"0"0"-147"0,0 0-51 0,0 0-21 0,0 0-28 15,0 0 20-15,-29 82 13 16,24-30-29-16,5-4-14 16,0-1-4-16,8-8-6 15,21-5-36-15,-8-14-55 16,-11-8-93-16,-10-9-312 15</inkml:trace>
  <inkml:trace contextRef="#ctx0" brushRef="#br0" timeOffset="38412.84">28769 16348 420 0,'0'0'286'16,"0"0"-188"-16,0 0-66 15,0 0-28-15,0 0 0 16,284-28-4-16,-192 28-11 15,-5 0-84-15,-8 0-315 16</inkml:trace>
  <inkml:trace contextRef="#ctx0" brushRef="#br0" timeOffset="39413.61">29655 16111 82 0,'0'0'222'0,"0"0"-41"0,0 0-70 0,0 0-28 15,0 0-14-15,0 0-20 16,-89-33-4-16,23 93 7 16,-2 11-4-16,15 7-8 15,16 3-13-15,22-4-17 16,15-10-5-16,0-10-5 0,36-12-39 15,33-20-47-15,2-15-34 16,-11-10-268-16</inkml:trace>
  <inkml:trace contextRef="#ctx0" brushRef="#br0" timeOffset="39741.75">29739 16360 479 0,'0'0'183'0,"0"0"-120"0,0 0-44 15,0 0 15-15,0 0-10 16,0 0-18-16,19 69-3 16,2-53-2-16,-5-7-1 15,-8-9-8-15,2 0 4 16,3-2 1-16,3-22 1 15,5 3-5-15,3-1 4 16,-6 9 3-16,6 4 0 16,2 4 0-16,-7 5 12 15,-4 0-11-15,-2 11 10 16,3 12-8-16,-5 7-3 16,2-3 0-16,-5-2-65 15,8-3-393-15</inkml:trace>
  <inkml:trace contextRef="#ctx0" brushRef="#br0" timeOffset="39976.11">30276 16404 706 0,'0'0'145'0,"0"0"-106"16,0 0-33-16,0 0-6 15,0 0-6-15,0 0-51 16,224 0-95-16,-211 0-455 16</inkml:trace>
  <inkml:trace contextRef="#ctx0" brushRef="#br0" timeOffset="40382.32">30636 16304 179 0,'0'0'102'15,"0"0"-76"-15,0 0-18 16,0 0 5-16,0 0 23 16,0 0-19-16,-8-2-16 0,8 2-1 15,0 0-26 1,0 0-9-16,0 0 35 0,-7 0 3 16,-1 0 0-16,2 0 3 15,6 0-6-15,0 0-9 16,0 0-110-16</inkml:trace>
  <inkml:trace contextRef="#ctx0" brushRef="#br0" timeOffset="40757.61">30636 16304 168 0,'8'-59'49'0,"-8"50"-41"16,8 5-8-16,0 1 0 15,-8 3 0-15,5 0 1 0,-5 0-1 16,0 0 3-16,0 0 5 15,0 0-2-15,0 0 38 16,0 0 44-16,0 0-49 16,0 0-17-16,0 0-5 15,0 0-12-15,8 0-2 16,3 0 3-16,4 0-4 16,-7 0-2-16,0 0-1 15,-8-7 0-15,0 0 2 16,0 4 11-16,0 3 75 15,0 0-1-15,-10 3-28 16,-19 20-14-16,-3 8-11 16,9 4-9-16,-6 2 7 0,10 0-12 15,11 7 10-15,3-1-22 16,5 1-4-16,13 1-3 16,37-7-33-16,11-15-96 15,-1-7-387-15</inkml:trace>
  <inkml:trace contextRef="#ctx0" brushRef="#br0" timeOffset="49903.67">29789 12662 175 0,'0'0'63'0,"0"0"11"0,0 0-16 0,0 0 2 0,0 0-8 16,0 0-18-1,-34-70-12-15,29 60-15 0,2 4 20 16,-2-1 10-16,-3 4-10 16,6 0 9-16,-4 0-18 15,6 3-2-15,0 0-7 16,0 0-8-16,0 0-2 15,0 0 0-15,0 0-1 16,0 0 2-16,0 0 2 16,8 0 1-16,0 0-3 15,0 0 0-15,-3 0 0 16,3 0 0-16,0 0 0 0,-5 12 0 16,-3 5 2-16,0 2 4 15,-8 3 11-15,-26 10-2 16,-8 3 8-16,2 6 2 15,14-3-10-15,2-1-6 16,3-4-7-16,21-6-2 16,0-6 0-16,0-4-1 15,29-7 1-15,21-4 5 16,8-6-5-16,-3 0 4 16,-8 0-4-16,9-6-1 15,-9-11-17-15,-5 2-15 16,-18 5-44-16,-22 0-77 15,-2 10-171-15</inkml:trace>
  <inkml:trace contextRef="#ctx0" brushRef="#br0" timeOffset="56594.11">30907 15347 51 0,'0'0'55'0,"0"0"-16"0,0 0-5 0,0 0 7 0,0 0 31 0,0 0 11 15,0 0-8-15,13-80-1 16,-5 71-24-16,0 1-14 16,-5 4 11-16,-3 1-11 15,0 0 2-15,0 3-11 16,0 0-9-16,0 3 2 16,-16 32-6-16,-31 18 27 15,-1 14-9-15,4 10-18 16,12 4-6-16,19-8-2 0,13-7-1 15,0-12-5 1,29-9 1-16,15-10 0 0,4-9-2 16,4-7-13-16,-9-6-41 15,-7-10-32-15,-12-3-204 16</inkml:trace>
  <inkml:trace contextRef="#ctx0" brushRef="#br0" timeOffset="56984.59">31020 15602 93 0,'0'0'362'15,"0"0"-266"-15,0 0-74 16,0 0-14-16,0 0-8 16,0 0-7-16,100-146 5 15,-52 99-16-15,-6 5 2 16,-8 7 5-16,-18 10 11 16,-9 11 0-16,-7 8 9 15,0 6 25-15,0 3-9 16,-7 33 0-16,-22 12 54 15,-3 15-36-15,1 2-16 0,7 0-5 16,3-10-11-16,5-5-2 16,11-10-9-16,2-12 1 15,3-9-2-15,0-8-17 16,0-6-64-16,16-5-107 16,0 0-213-16</inkml:trace>
  <inkml:trace contextRef="#ctx0" brushRef="#br0" timeOffset="57062.7">31020 15602 200 0</inkml:trace>
  <inkml:trace contextRef="#ctx0" brushRef="#br0" timeOffset="57234.64">31020 15602 200 0,'242'-18'159'0,"-242"18"-71"0,5 0-15 0,3 0-8 0,-5 0-34 0,5 0-8 15,-8 0 1-15,0 7 8 16,0 13 2-16,-32 4 1 15,-5-4-2-15,11-3-14 16,10-3-11-16,11-2-7 16,5-4 0-16,0 1 1 15,29-7-4-15,18-2-27 16,9 0-46-16,4 0-101 16,-5-15-184-16</inkml:trace>
  <inkml:trace contextRef="#ctx0" brushRef="#br0" timeOffset="57422.11">31386 15600 212 0,'0'0'277'0,"0"0"-170"16,0 0-11-16,0 0-8 15,0 0-47-15,0 0-38 16,55-6-1-16,3 6-2 15,-3 0-51-15,-15 0-143 16,-9 0-253-16</inkml:trace>
  <inkml:trace contextRef="#ctx0" brushRef="#br0" timeOffset="57515.86">31609 15567 287 0,'0'0'38'0,"0"0"-38"16,0 0-206-16</inkml:trace>
  <inkml:trace contextRef="#ctx0" brushRef="#br0" timeOffset="57937.68">31609 15567 285 0,'-31'-120'187'15,"31"120"-104"-15,0-3-17 16,0 3-29-16,0 0-18 15,0 0-15-15,0 0 5 16,23 3 5-16,-7 9-9 16,-3 2 8-16,-5 7 15 15,-8 2 16-15,0 10-1 16,-5 1-8-16,-27-6-13 16,1 1-1-16,10-5-9 0,10-7-10 15,11-7-1-15,0 0 0 16,8-7-2-16,47-3-17 15,16 0-22-15,11-3-30 16,-11-13-122-16,-16-7-267 16</inkml:trace>
  <inkml:trace contextRef="#ctx0" brushRef="#br0" timeOffset="58172.02">31849 15364 261 0,'0'0'247'0,"0"0"-128"15,0 0-50-15,0 0-21 16,0 0 19-16,0 0-14 16,55 143-26-16,-42-92-20 15,-13-2 0-15,0-12-5 16,-8-8-2-16,-21-7-41 15,-2-11-44-15,-1-8-188 16</inkml:trace>
  <inkml:trace contextRef="#ctx0" brushRef="#br0" timeOffset="58672.47">31857 15061 249 0,'0'0'178'0,"0"0"-58"0,0 0-4 0,0 0-10 0,278 101-23 16,-217-13-27-16,-30 16-26 15,-25 5-16-15,-6-1-9 16,-21-7-5-16,-32-13-30 15,-2-18-88-15,-6-19-488 16</inkml:trace>
  <inkml:trace contextRef="#ctx0" brushRef="#br0" timeOffset="60953.66">30991 16442 318 0,'0'0'119'0,"0"0"-73"0,0 0-8 0,0 0 0 0,0 0-8 16,0 0-12-16,0 0-5 15,24 0-10-15,5-16 3 16,-5-6 3-16,-1-4-6 15,-7-2-3-15,-3 1 2 16,-5-1 1-16,-8 3-1 16,0 9 1-16,0 7 18 15,3 5-1-15,-3 4 0 0,0 0-17 16,0 19-3 0,0 19 37-16,-3 10 25 0,-26 6-16 15,8 4-23-15,5 0-17 16,6-4 1-16,5-3-6 15,2-7 0-15,3-11-1 16,0-8-36-16,0-9-29 16,0-9-66-16,0-7-231 15</inkml:trace>
  <inkml:trace contextRef="#ctx0" brushRef="#br0" timeOffset="61251.09">31231 16473 350 0,'0'0'209'16,"0"0"-127"-16,0 0-44 15,0 0 6-15,0 0-18 16,0 0-11-16,13 1 17 15,-13 15-6-15,-5 3 11 16,-19-2-25-16,3-6 5 16,10-1-3-16,3-7-6 0,8 0-6 15,0 1-1-15,0 2 2 16,0 7-3-16,11-1-23 16,42 2-22-16,10-8-31 15,2 0-231-15</inkml:trace>
  <inkml:trace contextRef="#ctx0" brushRef="#br0" timeOffset="61579.11">31462 16482 496 0,'0'0'213'0,"0"0"-127"16,0 0-17-16,0 0-15 15,0 0-46-15,0 0-5 16,92-14-6-16,-16 14-1 0,-5 6-64 16,-18-2-91-16,-14-4-306 15</inkml:trace>
  <inkml:trace contextRef="#ctx0" brushRef="#br0" timeOffset="61735.35">31880 16324 470 0,'0'0'236'0,"0"0"-173"16,0 0-40-16,0 0 6 15,0 0-16-15,-34 134-7 16,34-92-6-16,8-5-38 16,0-8-154-16</inkml:trace>
  <inkml:trace contextRef="#ctx0" brushRef="#br0" timeOffset="61985.33">32017 16155 201 0,'0'0'341'0,"0"0"-265"0,0 0 46 16,92 131-45 0,-74-76-42-16,-10 4-3 0,-8-5-24 15,0-8-4-15,-26-3-4 16,-19-6-23-16,6-12-55 16,2-10-162-16</inkml:trace>
  <inkml:trace contextRef="#ctx0" brushRef="#br0" timeOffset="62282.2">32264 16037 407 0,'0'0'355'0,"0"0"-267"16,124 172 13-16,-108-66-31 16,-16 17-25-16,0-1-33 15,-61-1-11-15,-23-5-1 16,-16-19-70-16,-18-26-145 15</inkml:trace>
  <inkml:trace contextRef="#ctx0" brushRef="#br0" timeOffset="65439.44">32667 15907 132 0,'0'0'84'0,"0"0"17"0,0 0-11 0,0 0-11 15,0 0-29-15,0 0-7 16,0 0-15-16,0 0 2 15,-71-58-1-15,65 57-6 16,4-1 4-16,2 2-9 16,0 0-4-16,0 0 1 15,0 0-10-15,0 0 6 16,0 0 1-16,0 0-12 16,0 0 2-16,0 0-2 0,0 0-1 15,0 0 1-15,0 0 0 16,23 0 1-16,9 0 1 15,-1 0 1-15,-2 0-3 16,-5 0 2-16,-6 0-2 16,1 0 1-16,-11 0-1 15,-6 0 1-15,4 0 0 16,-6 0 0-16,0 0-2 16,0 0 1-16,0 0 0 15,0 0 2-15,0 0-2 16,0 0 0-16,0 2-1 15,0 2-1-15,0 5 2 16,0 4 0-16,0-3 1 16,2 3 7-16,6 0-8 15,0-1-3-15,0 4 3 0,-3-1 1 16,-2 1 2-16,-3 5-2 16,0 6-1-16,0 2 8 15,5 9-2 1,3 5 0-16,3 1-3 0,-4-3-2 15,-1 0 1-15,-4-4-2 16,-2-3 1-16,0 0-1 16,0-7 2-16,0 1 1 15,0 4 0-15,0 1 3 16,0 1-5-16,0 11 4 16,0 0-4-16,0-1 1 15,0 1 0-15,0-4 4 0,0 1-6 16,0 3-5-16,8-3 5 15,-3-2 0-15,-2-1 0 16,2-4 2-16,-5-4-2 16,0-2 0-16,0-4 0 15,0-2 0-15,0 3 0 16,0 2 1-16,0-2 0 16,0-1-2-16,0 6 2 15,0-1-2-15,-5 4 2 16,-11-4-1-16,8-4 4 15,1-4-4-15,7-3 0 16,0-2 0-16,0-6 0 16,0-1 0-16,0-6 0 0,0-1 0 15,0 0 0 1,0 0-5-16,-3-3 5 16,-18 6 1-16,-13 1 0 0,-32 5 0 15,-21 1 4-15,-29 3-4 16,-23 4-1-16,-14-5 1 15,-17 5 0-15,6 2-2 16,1 0-41-16,3-3-101 16,0-7-494-16</inkml:trace>
  <inkml:trace contextRef="#ctx0" brushRef="#br0" timeOffset="80586.39">21532 16074 236 0,'0'0'121'0,"0"0"-18"0,0 0 3 0,0 0-21 0,0 0-17 0,0 0-23 16,-16-18-13-16,13 18-17 15,3 0 5-15,0 0 2 16,0 0-9-16,0 0-5 16,0 0-8-16,42 0 1 15,48 10-1-15,28-2 3 16,27-4-3-16,-3-4 8 15,-13 0-8-15,-22 0 0 16,-28 0-2-16,-34-1 1 16,-29-2 0-16,-16 2-20 15,0 1-15-15,-16 0-40 16,-29 0-286-16</inkml:trace>
  <inkml:trace contextRef="#ctx0" brushRef="#br0" timeOffset="81351.92">24595 16095 401 0,'0'0'120'0,"0"0"-54"0,0 0 9 15,0 0 3-15,0 0-26 16,0 0-31-16,61 0-9 15,34 0 15-15,20-1-14 16,1 1 8-16,-11 0-10 16,-13 0-5-16,-15 0-1 15,-14 0-5-15,-24 0-3 16,-10 6-69-16,-29 5-64 0,0-1-312 16</inkml:trace>
  <inkml:trace contextRef="#ctx0" brushRef="#br0" timeOffset="81914.4">26878 16110 473 0,'0'0'200'0,"0"0"-110"0,0 0-62 15,0 0-7-15,216-15 40 0,-29 15-22 16,26 0-30-1,-24 0-9-15,-31 3 0 0,-56-1-62 16,-54-2-131-16</inkml:trace>
  <inkml:trace contextRef="#ctx0" brushRef="#br0" timeOffset="95624.05">12193 17131 413 0,'0'0'181'0,"0"0"-111"0,0 0-54 0,0 0-11 16,0 0 17-16,0 0 4 16,0 0 1-16,184-48-9 15,-129 48-8-15,0 0-6 16,-2 3-4-16,0 14-11 16,-14-2-82-16,-23 4-269 15</inkml:trace>
  <inkml:trace contextRef="#ctx0" brushRef="#br0" timeOffset="95749.04">12272 17387 123 0,'0'0'467'15,"0"0"-418"-15,0 0-44 16,0 0 1-16,0 0-3 16,207 21-3-16,-109-21-58 15,-19 0-137-15,-8 0-177 16</inkml:trace>
  <inkml:trace contextRef="#ctx0" brushRef="#br0" timeOffset="96093.18">13163 17118 293 0,'0'0'182'0,"0"0"-98"15,0 0-20-15,0 0-12 16,0 0-19-16,0 0-27 16,-13 41 21-16,21-5-20 15,31-2-2-15,22-14-3 16,10-10-1-16,5-10 1 16,0-10-2-16,-12-27-19 15,-25-12 1-15,-18-5 4 16,-21-4 13-16,-8 0 1 15,-44 5 5-15,-19 8-4 0,0 13 10 16,5 16-4-16,24 13-7 16,21 3 0-16,21 16-4 15,0 18-92-15,21 3-108 16,34-3-111-16</inkml:trace>
  <inkml:trace contextRef="#ctx0" brushRef="#br0" timeOffset="96280.65">13705 17054 439 0,'0'0'189'0,"0"0"-129"0,0 0-39 15,0 0 33 1,0 0-17-16,0 0-23 0,0 151-9 16,53-111 1-16,2-5-6 15,5-5-3-15,-10-1-38 16,-5-14-82-16,-13-5-176 15</inkml:trace>
  <inkml:trace contextRef="#ctx0" brushRef="#br0" timeOffset="96577.74">14068 17317 315 0,'0'0'227'16,"0"0"-154"-16,0 0-46 0,0 0 28 15,0 0 1-15,0 0-11 16,52 63-32-16,-41-39-11 16,-3-3 2-16,0-9-1 15,-3-2-3-15,-2-8 0 16,2-2-9-16,5 0 6 16,4-24 3-16,9-4 2 15,-7 8-1-15,-3 3 0 16,-5 10 4-16,-5 7 6 15,5 0-3-15,7 0-8 16,6 8 0-16,3 24-3 16,5 3-1-16,-13 0-61 0,-6-7-138 15,6-11-249 1</inkml:trace>
  <inkml:trace contextRef="#ctx0" brushRef="#br0" timeOffset="96796.95">14591 17482 462 0,'0'0'191'15,"0"0"-138"-15,0 0-40 0,0 0-7 16,0 0 2-16,0 0-8 15,224 0-60-15,-185 0-166 16</inkml:trace>
  <inkml:trace contextRef="#ctx0" brushRef="#br0" timeOffset="97046.92">15001 17191 482 0,'0'0'150'0,"0"0"-108"0,0 0-37 16,0 0 5-16,0 0 57 15,-5 129-23 1,5-72-19-16,-8 4-10 0,-7-4-5 16,-4-10-6-16,-10-5-3 15,6-9 4-15,-6-5-5 16,13-9 1-16,8-9-1 15,8-7-45-15,0-3-35 16,45 0-66-16,10-27-178 16</inkml:trace>
  <inkml:trace contextRef="#ctx0" brushRef="#br0" timeOffset="97250.09">15241 17542 116 0,'0'0'292'15,"0"0"-230"1,0 0-46-16,0 0 50 0,0 0-4 15,0 0-9-15,-32 42-21 16,-7-29-19-16,-6 0-4 16,24-6-8-16,5-4 3 15,16-1-4-15,0 2-2 16,16-1-13-16,42 2 12 16,5 0-43-16,5 0-83 15,-4-4-174-15</inkml:trace>
  <inkml:trace contextRef="#ctx0" brushRef="#br0" timeOffset="97548.36">16019 17342 604 0,'0'0'197'0,"0"0"-125"0,0 0-62 16,0 0 6-1,0 0 0-15,0 0-9 16,187-17-7-16,-119 17-2 15,-7 0-78-15,-27-3-116 0,-18-6-380 16</inkml:trace>
  <inkml:trace contextRef="#ctx0" brushRef="#br0" timeOffset="97689.36">16182 17233 673 0,'0'0'104'15,"0"0"-100"1,0 0 10-16,-8 144 0 0,8-74-4 15,8 6-10-15,16-8-62 16,-3-9-434-16</inkml:trace>
  <inkml:trace contextRef="#ctx0" brushRef="#br0" timeOffset="98408.19">18357 16749 195 0,'0'0'149'0,"0"0"-99"0,0 0-16 0,0 0 50 16,0 0 1-16,0 0-31 15,0-13-16-15,0 13-27 16,0-1 4-16,0 1-5 16,0 0-6-16,0 0-4 15,0 0-18-15,0 0-63 16,0 0-70-16,-13 0-210 15</inkml:trace>
  <inkml:trace contextRef="#ctx0" brushRef="#br0" timeOffset="98845.63">16987 17060 283 0,'0'0'213'0,"0"0"-109"16,0 0-27-16,0 0-22 16,0 0-23-16,0 0 5 15,253 8-5-15,-201 33-10 16,-20 10-13-16,-24 6 8 16,-8 1-6-16,-16-4-4 15,-53 0 0-15,-2-6-4 16,3-10 1-16,21-6 2 0,31-13-6 15,16-3-1-15,8-3 1 16,50-3 1-16,23-6 1 16,11-1 1-16,-13 1-3 15,5 4-33-15,-23-2-34 16,-22 0-167-16</inkml:trace>
  <inkml:trace contextRef="#ctx0" brushRef="#br0" timeOffset="99736.75">18954 16736 362 0,'0'0'114'0,"0"0"-94"0,0 0 13 0,0 0 7 0,0 0-16 0,0 0-14 16,184 6 1-16,-168-6-9 15,-8 0 4-15,-8 0-6 16,0 0 41-16,0 0-9 15,0 0-25-15,-3 0-6 16,-5 0-1-16,-5 0 3 16,13 0-2-16,-8 0-1 15,8 0 1-15,0 0 3 16,0 0-1-16,0 0-2 0,-7 0 0 16,-1 0 0-16,2 0-1 15,-1 0 1-15,4 0-1 16,3 0 0-16,0 0 0 15,0 0 2-15,0-3-2 16,0 3 0-16,-8 0 1 16,-21 0 9-16,-26 0 10 15,-32 6-9-15,-29 19 12 16,-13 11 0-16,6 5-7 16,20 0-7-16,27 0-5 15,31-4-3-15,30-4-1 0,15-3-1 16,23-1-3-16,46 0 4 15,15-1 3-15,-8 1-1 16,-10 0-2-16,-29 3 0 16,-24 5 0-16,-13 5 0 15,-50 8 0-15,-37 6 26 16,-13 5-14-16,0 2 4 16,8-4-9-16,29-8 5 15,23-7-8-15,33-4-1 16,7-9 2-16,10-4-4 15,51-5 3-15,31-5-1 16,15-3-2-16,9-6 1 16,8-2-1-16,-1-2-1 0,1-2-29 15,-8 1-33 1,-22-3-91-16,-44 0-394 0</inkml:trace>
  <inkml:trace contextRef="#ctx0" brushRef="#br0" timeOffset="102254.09">17913 18312 185 0,'0'0'203'0,"0"0"-80"0,0 0-55 0,0 0-23 16,0 0 8-16,0 0-16 16,0 0 17-16,37 61-1 15,-29-24-31-15,-1-3-13 16,-1-7-8-16,-4-5 0 16,-2-6-1-16,0-4-45 15,0-8-60-15,-31-4-157 16</inkml:trace>
  <inkml:trace contextRef="#ctx0" brushRef="#br0" timeOffset="102410.33">17934 18110 608 0,'0'0'147'16,"0"0"-110"-16,0 0-37 15,0 0-1-15,0 0-33 16,0 0-38-16,-13 64-199 16</inkml:trace>
  <inkml:trace contextRef="#ctx0" brushRef="#br0" timeOffset="102816.2">18210 18382 512 0,'0'0'180'16,"0"0"-78"-16,0 0-22 15,0 0-1-15,0 0-60 16,0 0-10-16,250-61-9 15,-182 58-2-15,-5 3-67 16,-31 0-21-16,-32 0-63 16,0 16-120-16,-58 3 34 15</inkml:trace>
  <inkml:trace contextRef="#ctx0" brushRef="#br0" timeOffset="102925.58">18210 18382 23 0,'-21'127'347'0,"21"-115"-185"0,0 9-77 16,8-4-29-16,55-4-22 15,11-3-11-15,4-6-22 16,-1-4-1-16,-14 0-78 16,-11 0-384-16</inkml:trace>
  <inkml:trace contextRef="#ctx0" brushRef="#br0" timeOffset="103831.84">19023 18481 107 0,'0'0'444'0,"0"0"-284"0,0 0-84 0,0 0-24 15,0 0 1-15,0 0-19 16,-24 102-18-16,24-74-10 16,60-9-3-16,11-6 0 15,8-9 0-15,-2-4-3 16,-17-3-29-16,-20-24-16 15,-25-7 7-15,-15-2 3 16,-31 4 23-16,-61 5 11 16,-11 10-2-16,-2 14 5 0,21 3-2 15,42 0 0-15,29 25-21 16,13-2-202-16</inkml:trace>
  <inkml:trace contextRef="#ctx0" brushRef="#br0" timeOffset="105300.45">18036 16360 462 0,'0'0'153'0,"0"0"-89"0,0 0-28 0,0 0-5 16,0 0-9-16,0 0-12 0,216-37-1 16,-163 16-8-1,7-5 2-15,-13-5 2 0,-2-5-4 16,-5-8-2-1,-14-1-2-15,-13-1-4 0,-5 6 7 16,-8 14 5-16,0 8-5 16,0 14 0-16,0 4 0 15,0 0 6-15,0 3-5 16,0 29-1-16,0 17 26 16,0 13 4-16,-16 6-20 15,-5-5-3-15,5-6-5 16,1-9 4-16,7-9-5 15,-3-8-1-15,-2-4-1 16,-11-3-53-16,-5-7-45 16,-2-8-187-16</inkml:trace>
  <inkml:trace contextRef="#ctx0" brushRef="#br0" timeOffset="105597.4">18712 16232 207 0,'0'0'163'0,"0"0"-68"0,0 0-29 16,0 0 12-16,0 0-25 15,0 0-12 1,8 9-3-16,-8 10-16 0,-8 0-4 15,-21-1-8-15,6-1 8 16,7-7-9-16,8 3-8 16,3-4 0-16,5 3-1 15,0-2 0-15,52-1 1 16,25-5-1-16,30 0-61 16,-4-4-131-16</inkml:trace>
  <inkml:trace contextRef="#ctx0" brushRef="#br0" timeOffset="106159.74">19167 16308 482 0,'0'0'148'0,"0"0"-82"0,0 0-43 0,0 0 10 0,0 0-27 0,0 0-6 0,32-16 4 16,-24 16-1-16,2-2-3 15,-5 2 3-15,-2-3-3 16,2 3 0-16,-5 0 1 16,0 0 5-16,0 0-6 15,0 0 0-15,0 0 0 31,0 0 0-31,0 0 3 0,0 0-3 0,0 0-1 16,0 0-1-16,0 0-1 0,0 0 3 31,0 0 1-31,0 0 1 0,0 0-1 0,0 0 0 16,8 0 1-16,24 0-1 16,7 0 7-16,14 0 0 15,10 0-8-15,-10 0-2 16,2 0-13-16,-24 3-108 15,-15 2-189-15</inkml:trace>
  <inkml:trace contextRef="#ctx0" brushRef="#br0" timeOffset="106362.92">19877 16138 416 0,'0'0'211'16,"0"0"-165"-16,0 0-27 15,0 0 65-15,0 0-51 32,-129 189-28-32,90-109-5 15,7-4-145-15</inkml:trace>
  <inkml:trace contextRef="#ctx0" brushRef="#br0" timeOffset="109770.29">31160 17154 59 0,'0'0'45'0,"0"0"10"0,0 0 10 0,0 0 22 16,0 0-27-16,0 0-4 15,0 0-9-15,10-33-10 16,-5 27 3-16,-2 3-2 16,2-3 12-16,-5 0-5 15,0-4-5-15,0 0-9 16,0 4-5-16,-8 0-7 0,-5 1-15 16,5 2 3-16,8 1-2 15,0 2-5-15,0 0 0 16,0-4-2-16,45 4 1 15,42-1 0-15,36-3 2 16,17-1 3-16,-1 0-3 16,-10 1-2-16,-13 4 1 15,-16 0 0-15,-32 0 0 16,-28 0-3-16,-30 0 2 16,-5 0-8-16,-5 0 6 15,-8 0 3-15,-47 0 0 16,-29 0 0-16,-29 0 1 0,-18 1 0 15,-4 7-1-15,-1-3 3 16,20-1-1-16,32 1-2 16,29 0 11-16,23-4-8 15,24 3-3-15,8-4 0 16,0 2 0-16,0-2-5 16,40 1 5-16,28-1 0 15,19 0 0-15,13 0-9 16,0 0-6-16,-6-1 9 15,-12-9-1-15,-27 1 4 16,-23 4 1-16,-25-2 2 16,-7 3 0-16,0-2 0 15,-60 3-2-15,-27 2 2 0,-23 1 4 16,-19 0 7-16,-3 0-3 16,17 1 10-16,28 9-5 15,26-4 3-15,38 1-7 16,23-3-9-16,0 3-8 15,47-3 8-15,53 0 1 16,26-4-1-16,24 0-10 16,0 0-5-16,-13-8 5 15,-29-3 2-15,-30-2 7 16,-25 6 1-16,-27 1 4 16,-20 2-1-16,-6-5-1 15,-40 2 17-15,-49 3-17 0,-30 2 4 16,-12 2 0-16,-6 0 1 15,14 0-7-15,23 0 0 16,29 0 0-16,31 0 0 16,27 6 0-16,13 1-7 15,37 3 4-15,47-5 0 16,40-4 1-16,26-1-11 16,7 0 9-16,-9 0 0 15,-25 0 1-15,-31-6 2 16,-37 2 1-16,-26 1-1 15,-29 0 2-15,-13 2 5 16,-58 1-3-16,-44 0 0 16,-25 0 4-16,-10 0 2 15,11 0-5-15,28 0 1 0,27 0-5 16,40 0 0-16,28 0-1 16,16 4-3-16,47 3 1 15,53-1 3-15,32-3-8 16,4-3-6-16,-7 0 6 15,-18 0-1-15,-27 0 9 16,-24-4 0-16,-26-2 2 16,-13-3-2-16,-21 5 2 15,-5 0 8-15,-50-4 4 16,-40 7-13-16,-26 1 3 16,-10 0 10-16,-9 0-9 0,14 0-3 15,26 0 5 1,32 0-5-16,31 0 1 0,37 1-3 15,0 11-10-15,55-2 9 16,53-1 1-16,37-5-2 16,10-4-7-16,-3 0-6 15,-28 0 3-15,-29 0 7 16,-35-10 4-16,-15 1 0 16,-37-2 1-16,-8 0 1 15,-45-2 6-15,-63 4-7 16,-36 8 10-16,-35 1 2 15,-13 0-5-15,10 0 3 16,17 0-8-16,38 0 8 16,38 6-7-16,50 5-3 0,39 4 0 15,21 1-8-15,65 0 8 16,43-6-3-16,21-10-18 16,11 0-3-16,-6 0 10 15,-16-7-3-15,-23-6 13 16,-24-4-1-16,-26 5 5 15,-32 3 1-15,-26-1 2 16,-8 1 22-16,-27-1 0 16,-54 1-17-16,-35 6-1 15,-26 3 9-15,-18 0-8 16,23 0-2-16,19 0-6 16,41 3 2-16,38 3-2 15,31 4-2-15,8 0-5 0,55 3 2 16,51-2-5-16,36-7-16 15,21-4 1-15,-3 0-4 16,-23 0-2-16,-37 0 18 16,-42-4 13-16,-27-1 0 15,-26-1 1-15,-5-1 10 16,-52 1 8-16,-35-1-2 16,-34 4 1-16,-21 3 1 15,-3 0-4-15,-2 0 1 16,26 0-13-16,24 3 1 15,31 4-3-15,40 2-2 16,26 1-1-16,10-1-5 16,80 0 6-16,44-6-6 0,34-3-8 15,8 0 1-15,-10 0 1 16,-34 0 9-16,-33-12 4 16,-33 3 0-16,-40-1 0 15,-26-2 3-15,-10 1 27 16,-74-1-25-16,-40 6 3 15,-31 3 2-15,-13 3 4 16,5 0-10-16,26 0 4 16,42 0-8-16,43 0 0 15,31 0 0-15,21 9-5 16,57 7 0-16,54-3 3 16,41-3 0-16,12-7-5 0,-1-3-4 15,-27 0 3-15,-28 0 3 16,-32 0 5-16,-28-4 2 15,-30-6 1-15,-18 1-3 16,-16-5 22-16,-63 3-12 16,-26 1-1-16,-18 7-2 15,-4 3-4-15,20 0-2 16,22 0-1-16,38 0-1 16,23 10 1-16,19 1-3 15,5 0-1-15,0 2 4 16,0-4 0-16,5-2-1 15,22-2 1-15,7-2 0 16,-2-3 0-16,2 0 0 16,-11 0 6-16,-2 0-4 15,-7 0-2-15,-7 0 1 0,1-5-1 16,-5-2 0-16,2 1 0 16,-2 2 1-16,-3-1-1 15,5 5 2-15,-2-1-2 16,-3 1-2-16,0 0 2 15,0 0 0-15,0 0 0 16,0 0-1-16,0 0 1 16,5 0 0-16,-5 0 0 15,0-3-1-15,0 3 0 16,0 0-1-16,0 0-6 16,0 0-1-16,0 0-8 15,0 0 5-15,3 0-12 0,5 0-22 16,13 16-42-16,-6 0-170 15</inkml:trace>
  <inkml:trace contextRef="#ctx0" brushRef="#br0" timeOffset="111739.32">19664 16978 132 0,'0'0'111'0,"0"0"-10"0,0 0-28 0,0 0 6 0,0 0-43 16,0 0-28 0,0 0-8-16,0-13 7 0,0 13 4 15,0 0 0-15,0 0 19 16,0 13-6-16,-26 25 39 15,-19 16 3-15,6 13-33 16,15 1-9-16,11-1-11 16,13-7-7-1,0-12-4-15,16-13-1 0,13-3 1 16,-6-11-2-16,1-4-39 16,0-4-55-16,-3-6-119 15</inkml:trace>
  <inkml:trace contextRef="#ctx0" brushRef="#br0" timeOffset="112099.24">19993 17280 273 0,'0'0'125'0,"0"0"-62"16,0 0-16-16,0 0 3 16,0 0 36-16,0 0-35 15,55 59-24-15,-39-41-17 16,-8-8-5-16,0-6-3 16,-3-1 0-16,-2-3 6 15,20 0-3-15,17-17-4 0,10-14-1 16,5 1-1-16,-16 12 1 15,-23 3 1-15,0 14 1 16,-16 1 3-16,0 0 4 16,0 4-2-16,-8 30-4 15,-16 11 3-15,17 5-6 16,7-4-15-16,0-12-115 16,23-17-304-16</inkml:trace>
  <inkml:trace contextRef="#ctx0" brushRef="#br0" timeOffset="112302.24">20674 17313 528 0,'0'0'131'16,"0"0"-94"-16,0 0-21 15,0 0 14-15,208 29-19 16,-92-18-11-16,-1 0-23 16,-15-4-161-16</inkml:trace>
  <inkml:trace contextRef="#ctx0" brushRef="#br0" timeOffset="112646.08">21290 17148 479 0,'0'0'110'15,"0"0"-77"-15,0 0-27 16,0 0 1-16,0 0 2 16,0 0-7-16,147-11 0 15,-100-1-2-15,-2-4-20 16,-6-7-21-16,-7 0 1 15,-11-4 20-15,-18 7 18 0,-3 6 2 16,0 5 23-16,0 4 9 16,-24 5 10-16,-8 9 10 15,-4 29 10-15,-4 17-11 16,3 14-7-16,-2 2-21 16,7-1-15-16,1-3-6 15,10-13-2-15,10-12 0 16,6-13-30-16,5-9-39 15,0-15-106-15,13-5-187 16</inkml:trace>
  <inkml:trace contextRef="#ctx0" brushRef="#br0" timeOffset="112880.49">21671 17283 308 0,'0'0'168'0,"0"0"-129"16,0 0 19-16,0 0 24 15,0 0-50-15,0 0-26 16,58-5-4-16,-111 33 10 16,-7 0-4-16,7-5-2 15,19-6-5-15,21-1-1 16,13-7-3-16,5 0-4 16,50-6-20-16,14-3-45 15,2 0-88-15,8-14-121 16</inkml:trace>
  <inkml:trace contextRef="#ctx0" brushRef="#br0" timeOffset="113036.68">21979 17026 455 0,'0'0'205'0,"0"0"-156"15,0 0 39-15,144 162-31 16,-133-67-31-16,-11 17-23 15,-100 3-3-15,-89-10-110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12T07:36:52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21169 17536 144 0,'0'0'196'0,"0"0"-138"0,0 0-36 15,0 0 7-15,0 0 27 16,0 0-35-16,-8 4-5 15,16-4 12-15,-3 0 5 16,-2 0 12-16,-3 0 4 16,0-3-15-16,0 2-17 15,0 1-5 1,0-3-4-16,0 3 2 0,0 0-2 16,0 0 2-16,0 0-3 0,0 0-2 15,0 0-3-15,7-7 0 16,7-2 6-16,4-6-8 15,11-5 2-15,2-6 2 16,6-8-4-16,3-2-5 16,-1-8 5-16,1-4 0 15,-4-4 0-15,1 1-1 16,-10 4-5-16,-6 0 3 16,-11 10 1-16,-2 6 2 15,-8 5 1-15,0 5 0 0,0 8 1 16,0 0-2-1,0 6 0-15,0 6 0 0,0 1 0 16,0 0 5-16,0 0-3 16,0 0-2-16,0 0 1 15,0 0-3-15,0 0 2 16,0 0 0-16,5 0 1 16,-5 0-1-16,0 0-3 15,0 0 3-15,0 0 1 16,0 0 6-16,3 0-7 31,2 0 0-31,11-9-3 0,-16-3 6 0,13 2 0 16,-10 4-2-16,-3 0-1 0,0 5 0 15,0 1 1 1,0 0 13-16,0 0-3 0,0 1-11 16,-8 31 0-16,-21 9 7 15,-5 10 8-15,-3 0-11 16,-3 6 6-16,1 0-1 15,2-2-1-15,6-1 4 16,23-7-7-16,8-4-4 16,15-8 0-16,41-9 1 15,20-8-2-15,8-8 1 16,3-10-1-16,-3 0-50 16,-16 0-26-16,-36-13-119 0,-32 2-244 15</inkml:trace>
  <inkml:trace contextRef="#ctx0" brushRef="#br0" timeOffset="829.1">21739 16445 541 0,'0'0'134'0,"0"0"-87"0,0 0-28 0,0 0-4 16,0 0-2-16,0 0-13 15,0-3 4-15,0 3 0 16,0-3-3-16,0 3 1 16,0 0 3-16,0 0-2 0,0 0 0 15,0-4-3-15,21-2 0 16,3 3-2-16,0 0 1 16,-9 3 0-16,-7 0 1 31,-8 0 2-31,0 0 3 0,0 12-2 0,0-2 5 15,0-3-8-15,0-5 6 16,-21-2-5-16,-5 0 3 16,2 0-2-16,3-2 2 15,11-8 1-15,5 0-3 16,-3 6 0-16,8 2 10 16,0 2-2-16,0-3-10 15,0 3 2-15,0 0-5 16,0 0 5-16,15 0-4 0,-1 0 1 15,1 0-20-15,-4 0 12 16,5 0 5-16,-8 0-11 31,-3 12 11-31,-5 7-60 0,0 1-280 0</inkml:trace>
  <inkml:trace contextRef="#ctx0" brushRef="#br0" timeOffset="-205670.61">3851 572 201 0,'0'0'43'0,"0"0"39"0,0 0-56 0,0 0 16 0,0 0 13 16,0 0 4-16,0 0-1 15,0 0-29-15,0-97-3 16,0 97-13-16,0 0-3 16,0 4-3-16,0 33-7 15,0 19 7-15,0 14-1 16,-8 15-1-16,-5 2 5 16,-3-1-8-16,5-4 6 0,-2-8-7 15,-3-6 2-15,1-8-2 16,-9-6-1-16,8-9 1 15,8 0-6-15,-7 0 10 16,7-1-11-16,2 6 6 16,6-1-73-16,0-11-64 15,21-9-118-15</inkml:trace>
  <inkml:trace contextRef="#ctx0" brushRef="#br0" timeOffset="-205451.81">3911 1670 220 0,'0'0'31'0,"232"-10"-22"0,-75-3 23 16,28 3-3-16,14 6 7 15,17 4 1-15,15 0-2 16,-12 0-11-16,2 0-5 16,-14 20-15-16,-4 6 6 15,-16-1-10-15,-11 1 0 16,-16-7 3-16,-20 0-3 15,-9-9-1-15,-7-7-61 16,-22-3-89-16,-33-6 70 16</inkml:trace>
  <inkml:trace contextRef="#ctx0" brushRef="#br0" timeOffset="-204920.18">3774 542 7 0,'0'0'179'0,"0"0"-151"0,0 0 18 0,0 0 6 0,0 0 1 16,0 0-28-16,177-72 2 15,-14 55-2-15,68 1 26 16,69 4-29-16,47 8 3 16,24 4 1-16,-8 0-22 15,-24 0 2-15,-31 10-6 16,-29 7 0-16,-24 1 1 16,-24 7-1-16,-39 5-4 0,-45 5-1 15,-68 5-7-15,-63 14 7 16,-24 14 2-16,-108 25 3 15,-39 27 5-15,-16 18 41 16,32 24 14-16,42 21-40 16,41 5-13-16,48-22-7 15,8-42-105-15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0-12T07:34:57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17455 900 417 0,'0'0'118'0,"0"0"-67"0,0 0-38 0,0-119 5 16,0 107 32-16,0 5 8 0,0 5-21 15,0 2-19-15,0 18-18 16,0 46 0-16,-8 51 9 16,-31 49 4-16,-19 62 21 15,0 46-9-15,-2 23-16 16,28 5-7-16,16-25-1 16,11-17-2-16,5-34 2 15,0-20 0-15,0-20 25 16,0-30-25-16,0-26 1 15,-3-26-2-15,-12-23 0 16,2-30-2-16,-3-18-35 16,8-18 4-16,0-10-13 0,-5-3-69 15,5-33-234-15</inkml:trace>
  <inkml:trace contextRef="#ctx0" brushRef="#br0" timeOffset="1594.43">19401 668 216 0,'0'0'90'0,"0"0"-46"0,0 0 32 0,0 0 16 16,0 0-14-16,0 0-15 16,0 0-18-16,-215 101-26 15,204-64-2-15,11 0-4 0,0-5-13 16,40-11 2-16,20-10 0 15,19-11-1-15,5 0 4 16,0-14-5-16,-13-26-2 16,-2-7 1-16,-22-8-7 15,-10-2 8-15,-29 5 3 16,-8 6-3-16,-13 12 0 16,-56 12 1-16,-23 13-3 15,-10 9 4-15,7 2-2 16,13 27 0-16,27 12-6 15,26 3-64-15,27-1-180 16,2-14-121-16</inkml:trace>
  <inkml:trace contextRef="#ctx0" brushRef="#br0" timeOffset="1860.51">19801 766 350 0,'0'0'153'0,"0"0"-97"16,0 0 22-16,0 0-6 0,0 0-31 15,-113 137-3-15,113-104-18 16,0-8-12-16,8-2-7 15,52-6-1-15,25-6-4 16,9-5-52-16,-4-6-183 16</inkml:trace>
  <inkml:trace contextRef="#ctx0" brushRef="#br0" timeOffset="2797.91">17902 479 410 0,'0'0'92'0,"0"0"-79"0,0 0-3 0,0 0 16 0,0 0 2 15,0 0-3 1,-21 6 2-16,45-6-12 0,21-22-8 16,15-14-4-16,-13-8-3 15,1 0 2-15,-17 1 3 16,-2 6-3-16,-21 6-1 16,0 11 0-16,-8 14 2 15,0 2 26-15,0 4 2 16,0 0-15-16,0 13-16 15,-8 32 15-15,-29 18 22 16,11 8-14-16,-3-1-19 16,13-6 1-16,8-11-4 0,8-7 1 15,0-2-2-15,0-10 0 16,0-1-38-16,0-7-36 16,8-8-87-16,0-8-169 15</inkml:trace>
  <inkml:trace contextRef="#ctx0" brushRef="#br0" timeOffset="2954.66">17881 843 677 0,'0'0'70'0,"0"0"-56"16,0 0-11-16,0 0 9 0,0 0 4 16,0 0-11-1,255-29-5-15,-170 14-41 0,-17 1-134 16,-21-5-252-16</inkml:trace>
  <inkml:trace contextRef="#ctx0" brushRef="#br0" timeOffset="3095.62">18344 776 660 0,'0'0'105'0,"0"0"-82"15,0 0-16-15,0 0 28 16,0 0-23-16,0 0-11 15,-8 22-1-15,8-3-67 16,0-3-253-16</inkml:trace>
  <inkml:trace contextRef="#ctx0" brushRef="#br0" timeOffset="4080.41">18707 823 358 0,'0'0'130'0,"0"0"-89"0,0 0 3 0,0 0 6 16,0 0 0-16,0 0-22 16,-71-63-15-16,71 63-13 15,0 0 0-15,0 0 0 16,0 0 4-16,0 6-3 15,0 4-1-15,0 2 0 16,0-2 0-16,0-3 2 16,0-1 0-16,-13 0 1 15,2 0 4-15,-10-2 2 0,3 0 6 16,-3-4 8 0,13 0-8-16,0 0-5 0,0 0-6 15,0 0-3-15,8 0-1 16,0 0-12-16,0 0-94 15,0 0-357-15</inkml:trace>
  <inkml:trace contextRef="#ctx0" brushRef="#br0" timeOffset="4533.5">19901 900 456 0,'0'0'200'0,"0"0"-146"0,0 0-53 0,0 0 3 0,0 0-1 15,0 0-2-15,0 57-1 16,0-37 0-16,0-5-8 15,0-5-25-15,0-4 20 16,0-6 12-16,0 0 1 16,0 0-5-16,0-7-19 15,-13-7 16-15,-3-3-8 16,6-2-109-16,10-1-236 16</inkml:trace>
  <inkml:trace contextRef="#ctx0" brushRef="#br0" timeOffset="4986.56">20159 919 547 0,'0'0'141'16,"0"0"-106"-16,0 0-22 15,0 0-7-15,0 0-4 0,0 0 1 16,50-52-2 0,-35 50 1-16,-7 2 0 0,-5 0 2 15,5 0 0-15,-3 7 9 16,-2 21-1-16,-3 10 4 15,0 4-7-15,0-4-1 16,0-4-8-16,0-10 1 16,0-11-1-16,0-5 2 15,0-8-2-15,0 0 3 16,37-19 2-16,18-16-5 16,13-6 1-16,-7 7-2 15,-22 11 1-15,-15 10 0 16,-16 10 1-16,5 3-1 15,-11 0 0-15,6 12 0 16,-8 29-2-16,0 11-22 0,0-4-98 16,0-7-292-1</inkml:trace>
  <inkml:trace contextRef="#ctx0" brushRef="#br0" timeOffset="5236.62">21045 842 646 0,'0'0'172'0,"0"0"-107"0,0 0-60 0,0 0-3 0,0 0-1 15,224-16-1-15,-125 29 0 16,-20 7-41-16,-29 0-73 16,-39-2-324-16</inkml:trace>
  <inkml:trace contextRef="#ctx0" brushRef="#br0" timeOffset="5346.14">21121 1085 651 0,'0'0'106'0,"0"0"-85"16,0 0-20-1,0 0 7-15,261 4-8 16,-122-4-9-16,0-10-124 0,-28-13-420 16</inkml:trace>
  <inkml:trace contextRef="#ctx0" brushRef="#br0" timeOffset="5533.62">22541 1012 482 0,'0'0'169'0,"0"0"-169"16,0 0-116-16,0 0-213 16</inkml:trace>
  <inkml:trace contextRef="#ctx0" brushRef="#br0" timeOffset="5658.61">23628 1056 634 0,'0'0'41'15,"0"0"-41"-15,0 0-12 16,273-55-84-16,-181 44-88 16,13 3-106-16</inkml:trace>
  <inkml:trace contextRef="#ctx0" brushRef="#br0" timeOffset="5783.94">25319 1047 579 0,'0'0'110'0,"0"0"-100"15,0 0-2-15,223 0 0 16,-183 3-8 0,-33 3-53-16,-7 1-203 0</inkml:trace>
  <inkml:trace contextRef="#ctx0" brushRef="#br0" timeOffset="6800.53">17989 1982 390 0,'0'0'178'0,"0"0"-83"0,0 0-16 0,0 0-10 0,0 0-18 16,0 0-29-16,92 0-10 16,-16 0 5-16,-12 5-4 15,-12 15-6-15,-20 5-2 16,-32 11-3-16,0 14-1 15,-48 11 7-15,-49 6-8 16,-6-3 10-16,25-16-10 16,28-14-1-16,39-11 0 15,11-3 1-15,24-2 4 16,70-8-4-16,22 0-22 16,21-7-58-16,-6-3-48 15,-15 0-282-15</inkml:trace>
  <inkml:trace contextRef="#ctx0" brushRef="#br0" timeOffset="7831.83">19601 2298 75 0,'0'0'54'16,"0"0"-23"-16,0 0 54 0,0 0 49 0,0 0-43 0,0 0-34 16,-29 0-22-16,29-7-21 15,0 0-11-15,0 0 0 16,0 2-2-16,0 2 4 15,0 2-4-15,0 1 10 16,0 0-2-16,0-3 2 16,0 3-6-16,0 0-3 15,0 0-4-15,0 0 2 0,0 0 0 16,0 0 0-16,0 0 2 16,0 0 1-16,0 0-3 15,0 0 6-15,0 0 13 16,0 0-17-16,0 0-2 15,0 0-18-15,0 0-208 16</inkml:trace>
  <inkml:trace contextRef="#ctx0" brushRef="#br0" timeOffset="8316.19">21560 2429 643 0,'0'0'166'0,"0"0"-111"0,0 0-54 0,0 0 2 16,308 0 0-1,-205 0 3-15,-3 0-6 0,-32 0-52 16,-50 9-167-16</inkml:trace>
  <inkml:trace contextRef="#ctx0" brushRef="#br0" timeOffset="8456.7">21453 2683 727 0,'0'0'76'0,"0"0"-69"16,0 0-5-16,0 0 5 15,286 10-7-15,-131-10-22 16,14 0-94-16,-1 0-387 15</inkml:trace>
  <inkml:trace contextRef="#ctx0" brushRef="#br0" timeOffset="8691.07">25282 2690 776 0,'0'0'34'16,"0"0"-34"-16,0 0-143 0,0 0-200 15</inkml:trace>
  <inkml:trace contextRef="#ctx0" brushRef="#br0" timeOffset="9112.99">18128 3175 187 0,'0'0'361'0,"0"0"-202"0,0 0-68 0,0 0-29 0,0 0-62 0,0 0-21 16,69 18-32-16,-38 18-160 16</inkml:trace>
  <inkml:trace contextRef="#ctx0" brushRef="#br0" timeOffset="9237.99">18057 3879 708 0,'0'0'55'0,"0"0"-53"0,0 0-2 15,0 0-13 1,171 147-104-16,-123-102-211 16</inkml:trace>
  <inkml:trace contextRef="#ctx0" brushRef="#br0" timeOffset="9409.86">18349 4512 677 0,'0'0'54'16,"0"0"-49"-16,0 0-4 31,0 0 15-31,0 0-14 0,0 129 1 0,0-86-1 16,8 1 2-16,16-6 1 15,-6-6-5-15,-5-3-1 16,-13-3-49-16,0-11-186 16</inkml:trace>
  <inkml:trace contextRef="#ctx0" brushRef="#br0" timeOffset="22600.86">19741 1507 172 0,'0'0'204'0,"0"0"-79"0,0 0-50 0,0 0 6 0,0 0-21 15,0 0-37-15,84-20-16 16,18 14 0-16,14 6-4 15,0 0 1-15,-11 0-4 16,-29 3-6-16,-42 20-153 16,-34-2-303-16</inkml:trace>
  <inkml:trace contextRef="#ctx0" brushRef="#br0" timeOffset="22725.86">19725 1764 629 0,'0'0'15'0,"0"0"-15"0,0 0-1 15,210 20 1-15,-81-14-36 16,8-4-201-16</inkml:trace>
  <inkml:trace contextRef="#ctx0" brushRef="#br0" timeOffset="27304.38">26973 7080 473 0,'0'0'199'0,"0"0"-119"0,0 0-40 16,0 0-10-16,0 0-30 15,0 0-2-15,92-11-17 16,-26 28-104-16,-16 3-391 15</inkml:trace>
  <inkml:trace contextRef="#ctx0" brushRef="#br0" timeOffset="27617.06">27386 7462 576 0,'0'0'58'0,"0"0"-55"0,0 0 11 16,0 0 0-16,0 0 1 16,0 0-15-16,278 35-66 15,-191-35-221-15</inkml:trace>
  <inkml:trace contextRef="#ctx0" brushRef="#br0" timeOffset="37073">25227 7235 363 0,'0'0'139'0,"0"0"-66"0,0 0-31 0,0 0-3 0,0 0 6 15,0 0-16-15,0 0-2 16,-14-50-12 0,14 55-6-16,0 25-7 0,0 21-1 15,-2 21-1-15,-59 24-3 16,-15 1-113-16,5-8-295 15</inkml:trace>
  <inkml:trace contextRef="#ctx0" brushRef="#br0" timeOffset="37651.04">25345 7842 320 0,'0'0'107'0,"0"0"-91"15,0 0-13-15,0 0 12 16,0 0 11-16,0 0 3 15,137 51 6-15,-85-45-14 16,-4 1 0-16,23 1-12 16,21-3 19-16,44 0-10 0,56 4-15 15,56-1-3 1,33 1 0-16,19-3 4 0,-16 1-2 16,-13 0 1-16,-24 2 1 15,-8 0-2-15,-7 5 4 16,-14 1-6-16,-2 3-2 15,-9-1 2-15,-7-1 0 16,-5 1-5-16,-3-5-15 16,-16-5-26-16,-5-7-6 15,-26 0-27-15,-30 0 24 16,-23-15 44-16,-21-10 10 16,-10-8 1-16,-14-3 7 15,6-6 5-15,2-2 3 16,0-7 10-16,14-8-2 0,7-4 10 15,0-10-5-15,-2-1 7 16,-8-4 16-16,-16 7 12 16,-16 13 5-16,-24 9-40 15,-10 21-16-15,0 15-9 16,0 13-3-16,-31 20-18 16,-40 28-140-16,-29 9-195 15</inkml:trace>
  <inkml:trace contextRef="#ctx0" brushRef="#br0" timeOffset="41854.07">4653 7025 572 0,'0'0'146'0,"0"0"-93"0,0 0-28 16,0 0-11-16,0 0-14 15,0 0-9-15,-53-41-29 16,74 76-44-16,-2-3-240 16</inkml:trace>
  <inkml:trace contextRef="#ctx0" brushRef="#br0" timeOffset="56310.61">9329 7149 516 0,'0'0'164'0,"0"0"-103"0,0 0-30 16,0 0-23-16,0 0 6 16,0 0-14-16,-40-43-8 15,40 80-20-15,8 4-107 16,16-7-219-16</inkml:trace>
  <inkml:trace contextRef="#ctx0" brushRef="#br0" timeOffset="56904.83">9707 7589 263 0,'0'0'0'16,"0"0"-150"-16</inkml:trace>
  <inkml:trace contextRef="#ctx0" brushRef="#br0" timeOffset="147550.97">13907 2097 225 0,'0'0'27'0,"0"0"16"0,0 0 79 0,0 0-28 0,0 0-38 0,0 0-14 15,0 44 2-15,0-44-1 16,0 0-10 0,0 2-2-16,0-2 12 0,0 0-18 15,6 0-20-15,-6 0 4 16,15 0-5-16,9-11-3 15,21-15 5-15,5-7-4 16,8-4-2-16,0-8 0 16,7-5 1-16,-9 1-1 15,-4-2 3-15,-18 4-5 16,-10 5 6-16,-11 10 9 16,-10 9 9-16,-3 5 1 15,0 12-11-15,0 2 6 0,0 4-16 16,0 0-2-1,-8 29-1-15,-34 22-1 0,-11 15 2 16,-7 8 3-16,4-3-2 16,9 1-1-16,10-5 0 15,14-6 0-15,23-7 0 16,0-12 0-16,44-13-1 16,19-13-4-16,24-16-51 15,-3-3-34-15,-15-39-143 16</inkml:trace>
  <inkml:trace contextRef="#ctx0" brushRef="#br0" timeOffset="148051.91">14460 1346 546 0,'0'0'186'0,"0"0"-109"0,0 0-24 0,0 0 11 16,0 0-21-16,0 0-23 15,0-25-17-15,0 25-3 16,0 0-1-16,0 0-7 16,0 0 0-16,0 10 6 15,10 2 1-15,-2-3-3 16,0-5-16-16,-8-4 13 15,0 0 7-15,0 0 6 16,0 0-6-16,0 0 0 0,0 0-5 16,0-3-1-16,0-13-3 15,0-2 9-15,0 4 0 16,0 1 0-16,0 4-5 16,0 9 4-16,-10 0-32 15,-27 0-177-15</inkml:trace>
  <inkml:trace contextRef="#ctx0" brushRef="#br0" timeOffset="149977.07">17913 6483 400 0,'0'0'70'0,"0"0"-70"0,0 0-49 0,231-170 17 15,-170 110 30-15,-17 3 2 16,-17-1 1-16,-6 7 0 15,-13 10 1-15,-8 12 16 16,0 13 72-16,0 13-10 16,0 3-21-16,0 34-41 15,-21 24 8-15,-11 23 54 16,6 10-36-16,5-1-21 16,13-4-7-16,0-13-9 0,8-9-7 15,-8-10 3-15,0-12 1 16,0-7-2-16,-8-7-2 15,1-8-7-15,2-5-29 16,5-5-27-16,8-10-99 16,0 0-171-16</inkml:trace>
  <inkml:trace contextRef="#ctx0" brushRef="#br0" timeOffset="150195.81">18381 6498 446 0,'0'0'148'0,"0"0"-103"15,0 0-39-15,0 0 7 16,0 0 47-16,0 0-25 16,0-10-19-16,-5 14 6 15,-37 19-9-15,-11 4-1 16,6-4-11-16,10-2 0 16,29-4-1-16,8-1 0 15,0-2-1-15,32-1 1 16,28-10-25-16,16-3-82 15,-5 0-197-15</inkml:trace>
  <inkml:trace contextRef="#ctx0" brushRef="#br0" timeOffset="153361.76">20595 6339 481 0,'0'0'137'0,"0"0"-70"0,0 0-14 15,0 0 0-15,263 0-24 16,-163 0-12-16,-8 0-14 15,-21 1-3-15,-18 8-45 16,-45-1-118-16,-8 2-272 16</inkml:trace>
  <inkml:trace contextRef="#ctx0" brushRef="#br0" timeOffset="153480.53">20487 6613 151 0,'0'0'561'15,"0"0"-537"-15,0 0-20 31,0 0 11-31,216 6 5 0,-98-6-20 0,-4 0-34 16,-36-16-407-16</inkml:trace>
  <inkml:trace contextRef="#ctx0" brushRef="#br0" timeOffset="154998.84">21831 5783 62 0,'0'0'55'0,"0"0"-10"0,0 0 18 0,0 0 33 0,0 0-9 16,0 0-1-16,48-21-18 16,-48 21 5-16,0 0-11 15,0 0-14-15,0 0-9 16,0 7-11-16,-34 28-2 15,-9 12 0-15,4 14-8 16,15-1-16-16,14 1 0 0,10-8-2 16,0-16 6-16,50-12-6 15,23-18-1-15,14-7-4 16,0-11-7-16,2-30-9 16,-18-7 3-16,-23-9 12 15,-27 2 4-15,-21 2 2 16,0 10-3-16,-32 9 3 15,-20 17 0-15,12 12 0 16,1 5-4-16,18 12 3 16,13 22-57-16,8 6-137 15,21-6-186-15</inkml:trace>
  <inkml:trace contextRef="#ctx0" brushRef="#br0" timeOffset="155169.57">22397 6083 540 0,'0'0'140'0,"0"0"-114"16,0 0 25-16,-27 135-11 16,27-103-11-16,0-3-22 15,0-2-5-15,11-4-2 16,13 0-9-16,13-7-78 16,-1-7-111-16,4-6-190 15</inkml:trace>
  <inkml:trace contextRef="#ctx0" brushRef="#br0" timeOffset="155451.15">22712 6198 400 0,'0'0'194'16,"0"0"-144"-16,0 0 0 15,0 0 29-15,0 0-46 16,0 141-26-16,0-108 4 15,8-8-11-15,16-12 0 16,21-10-18-16,2-3-7 16,13-10 0-16,-4-17-22 0,-12-2 16 15,-12 5 31-15,-16 12 4 16,-11 4 39-16,-5 8-1 16,3 0-24-16,2 0-18 15,5 14 0-15,4 12-60 16,1-5-226-16</inkml:trace>
  <inkml:trace contextRef="#ctx0" brushRef="#br0" timeOffset="155638.76">23336 6231 767 0,'0'0'103'16,"0"0"-89"-16,0 0-10 16,0 0 0-16,202-10-4 15,-102 13-21-15,-16 4-58 16,-23-7-205-16</inkml:trace>
  <inkml:trace contextRef="#ctx0" brushRef="#br0" timeOffset="155999.5">23775 6040 237 0,'0'0'23'16,"0"0"-21"-16,0 0 4 15,0 0 77-15,0 0 14 16,0 0-52-16,126-52-30 15,-89 32-10-15,0 2-3 16,-14-5 1-16,-7 2-1 16,-8-1 4-16,-8 8-3 15,0 7 12-15,0 4 38 16,0 3-12-16,-21 7-13 16,-18 40-10-16,-14 21 38 15,3 22 1-15,0 8-19 16,11 1-19-16,12-1-7 0,6-11-10 15,13-18 1-15,8-17-3 16,0-17-38-16,0-15-32 16,0-20-103-16,29 0-162 15</inkml:trace>
  <inkml:trace contextRef="#ctx0" brushRef="#br0" timeOffset="156218.5">24062 6279 374 0,'0'0'88'16,"0"0"-31"-16,0 0 23 0,0 0-23 15,0 0-26 1,0 0-3-16,123 22 12 0,-183 0 15 16,-17 1-25-16,14-5-24 15,24-2-2-15,31 1-4 16,8-1-5-16,60-1 3 15,35-2-54-15,5-10-129 16</inkml:trace>
  <inkml:trace contextRef="#ctx0" brushRef="#br0" timeOffset="157140.88">24756 6209 611 0,'0'0'89'0,"0"0"-77"0,0 0 25 0,308 35-10 16,-190-27-18-16,-13 2-8 15,-18-4-1-15,-24-5-102 16,-34-1-254-16</inkml:trace>
  <inkml:trace contextRef="#ctx0" brushRef="#br0" timeOffset="157316.2">25158 6048 506 0,'0'0'88'15,"0"0"-78"-15,0 0 48 16,0 0 9 0,24 148-28-16,7-76-24 15,-2 7-15-15,0 2-20 16,-18-18-185-16</inkml:trace>
  <inkml:trace contextRef="#ctx0" brushRef="#br0" timeOffset="158158.34">27504 5491 179 0,'0'0'144'0,"0"0"-60"0,0 0-28 0,0 0 19 0,0 0-13 16,0 0-25-16,5-13-11 0,-5 13-2 15,0 0-2 1,0 0-1-16,0 0 4 16,-13 0 11-16,-55 0-18 0,-35 0-16 15,-28 13 4-15,-6 8 10 16,19 5-9-16,36-3-4 15,35 6-3-15,36 5-3 16,11 4 3-16,27 4-1 16,25 5 4-16,11 5-3 15,-23 5 0-15,-19 10 3 16,-21 4-2-16,-40 7-1 16,-68 1 15-16,-44 1 4 15,-19-2-10-15,16-7-9 16,31-7-1-16,48-10 1 15,39-13 0-15,37-8 3 0,0-6 5 16,58-10 2-16,37-7 1 16,28-4-3-16,25-6-6 15,-9 0-2 1,-8 0-10-16,-23-19-36 0,-31-9-80 16,-46-5-480-16</inkml:trace>
  <inkml:trace contextRef="#ctx0" brushRef="#br0" timeOffset="158690.19">26407 7028 586 0,'0'0'163'0,"0"0"-103"0,0 0-33 0,0 0 18 0,0 0-16 0,0 0-15 16,-55 165-10-16,47-123-4 16,3-6-32-16,2-11-47 15,3-12-56-15,0-13-158 16</inkml:trace>
  <inkml:trace contextRef="#ctx0" brushRef="#br0" timeOffset="158846.69">26300 6936 525 0,'0'0'118'0,"0"0"-71"0,0 0-29 16,0 0-9-1,0 0-9-15,0 0-2 0,115-16-32 16,-94 43-257-16</inkml:trace>
  <inkml:trace contextRef="#ctx0" brushRef="#br0" timeOffset="159222.81">26670 7111 391 0,'0'0'351'0,"0"0"-282"0,0 0-46 16,216-49-4-16,-129 40 3 15,-3 7-22-15,-24 2-2 16,-28 0-99-16,-32 0-491 16</inkml:trace>
  <inkml:trace contextRef="#ctx0" brushRef="#br0" timeOffset="159363.44">26726 7373 232 0,'0'0'304'16,"0"0"-296"-16,252-38-8 0,-144 19 0 16,-6-1-29-1,-4-5-169-15,-14-2-119 0</inkml:trace>
  <inkml:trace contextRef="#ctx0" brushRef="#br0" timeOffset="159582.69">27378 7281 410 0,'0'0'179'15,"0"0"-91"-15,0 0-28 16,-100 142-26-16,116-118 3 16,55-4-15-16,21-13-14 15,8-7 2-15,0-10-10 16,-16-27 3-16,-26-11-2 16,-29-6-1-16,-29 0-5 15,0 9-3-15,-69 9 0 16,-18 24 2-16,-13 12-22 0,1 7-70 15,12 26-184 1</inkml:trace>
  <inkml:trace contextRef="#ctx0" brushRef="#br0" timeOffset="160818.28">26865 4786 650 0,'0'0'62'0,"0"0"-52"0,0 0-5 0,0 0-2 16,208-138-1-16,-140 91-1 16,1-8 7-16,-9-2-8 15,-13 3 3-15,-15 10-2 0,-8 14 10 16,-11 14 20-16,-11 12-12 15,-2 4-13-15,0 20-5 16,0 34-1-16,-8 24 29 16,-31 19 6-16,-8 9-15 15,-1 0-16-15,6-11-2 16,11-16 0-16,7-14-4 16,6-15 2-16,-3-11-19 15,13-11-36-15,8-11-18 16,0-14-111-16,0-3-239 15</inkml:trace>
  <inkml:trace contextRef="#ctx0" brushRef="#br0" timeOffset="161052.68">27488 4843 321 0,'0'0'138'0,"0"0"-96"16,0 0 30-16,0 0 29 15,0 0-36-15,0 0-25 16,187 29-18-16,-187-10-10 16,-50 3 10-16,-39 0-2 15,-11 1-7-15,5-7-8 0,24-3-5 16,26-1 0-16,32 1-1 16,13-3-2-16,8 3-3 15,66-4-30-15,26-9-31 16,0 0-149-16</inkml:trace>
  <inkml:trace contextRef="#ctx0" brushRef="#br0" timeOffset="170304.66">28106 5829 426 0,'0'0'150'0,"0"0"-53"0,0 0-30 0,0 0-20 0,0 0 4 15,-239 200 2-15,200-88-28 16,31 6-17-16,8-9-5 16,36-13-3-16,30-17-19 15,10-12-53-15,-15-25-99 16,-8-14-333-16</inkml:trace>
  <inkml:trace contextRef="#ctx0" brushRef="#br0" timeOffset="171445.1">27896 4793 23 0,'0'0'0'0</inkml:trace>
  <inkml:trace contextRef="#ctx0" brushRef="#br0" timeOffset="177982.98">27888 4798 3 0,'0'0'7'0,"0"0"-3"0,0 0 0 0,0 0-4 0,0 0-5 16,0 0 5-16,-16 0 32 15,16 0 28-15,0 0 14 16,0 0 4-16,0 0 7 15,0 0-1-15,0 0 9 16,0 0-23-16,0-2-1 0,0-5-23 16,0 1-6-16,0 5-3 15,0-2 6-15,0 3-4 16,0 0-9-16,0 0-6 16,0 0-24-1,0 0 0-15,40 0-1 0,15 4 3 16,21 2-4-16,3-6-5 15,5 0-36-15,-13 0-26 16,-5 0-61-16,-19-7-154 16</inkml:trace>
  <inkml:trace contextRef="#ctx0" brushRef="#br0" timeOffset="178202.6">28630 4540 365 0,'0'0'160'0,"0"0"-76"16,0 0-19-16,0 0-24 16,0 0-37-16,0 0 6 15,0 127 2-15,0-40-4 16,-8 2-8-16,-5-7-267 15</inkml:trace>
  <inkml:trace contextRef="#ctx0" brushRef="#br0" timeOffset="179030.64">28343 6141 377 0,'0'0'167'0,"0"0"-81"0,0 0-24 0,0 0-16 0,0 0-16 16,0 0-10-16,-16-22 0 15,16 51-11-15,0 15 7 16,0 14 5-16,0-1-10 16,0-2-7-16,0-14 4 15,0-13-7-15,0-14 1 16,0-8-2-16,8-6 2 0,24 0 0 16,7-25-2-1,22-11-2-15,-6 3-3 0,-16 5 5 16,-10 10 2-16,-13 5-2 15,-13 9 11-15,-3 4 1 16,0 0-12-16,5 0-1 16,-5 17 0-16,3 12 1 15,4 5-10-15,7 1-50 16,14-6-59-16,-1-7-227 16</inkml:trace>
  <inkml:trace contextRef="#ctx0" brushRef="#br0" timeOffset="179249.65">28969 6322 472 0,'0'0'170'0,"0"0"-105"16,0 0-33-16,0 0-2 15,0 0-18-15,202-5-7 16,-141 10-5-16,-1-5-40 16,-20 0-158-16</inkml:trace>
  <inkml:trace contextRef="#ctx0" brushRef="#br0" timeOffset="179593.33">29724 6163 416 0,'0'0'191'16,"0"0"-123"-16,0 0-35 0,0 0 5 16,0 0 0-1,0 0-21-15,15-43-9 0,-12 49-8 16,2 23 1-16,-5 12 15 16,0 5 0-16,0 4-4 15,0-3-6-15,8-3-6 16,11-9-6-16,10-9-54 15,0-16-147-15,-6-10-276 16</inkml:trace>
  <inkml:trace contextRef="#ctx0" brushRef="#br0" timeOffset="179827.67">29695 5813 723 0,'0'0'115'0,"0"0"-48"16,0 0-23-16,0 0-41 15,0 0-3-15,0 0-25 16,0 71-52-16,8-20-170 15</inkml:trace>
  <inkml:trace contextRef="#ctx0" brushRef="#br0" timeOffset="180077.67">30289 5765 837 0,'0'0'54'16,"116"175"-45"-16,-56-38 15 0,-28 7-16 15,-29-3-4-15,-3-12-4 16,-100-23-75-16,-63-19-207 15</inkml:trace>
  <inkml:trace contextRef="#ctx0" brushRef="#br0" timeOffset="197210.34">4863 4550 197 0,'0'0'78'0,"0"0"-54"0,0 0-5 0,0 0 7 16,0 0 18-16,0 0 4 16,45-21-5-16,-37 21-31 15,-8 0-5-15,0 0 2 16,0 0-1-16,0 0 9 15,0 0-9-15,0 0-8 0,0 0 2 16,8 0-4-16,13 0 4 16,2 0 0-16,1 0 0 15,0 0-1-15,-1 0 1 16,-7 0 1-16,-8-2 0 16,0 2-2-16,-8-2 2 15,0 2 6-15,0 0 13 16,-39 0 11-16,-25 0-25 15,-33 11 11-15,-5 9 4 16,2-1 1-16,23 0-18 16,22-3-1-16,31 0-5 15,24 0-4-15,0 4 4 16,32-4-2-16,44 2 3 16,-5-1-1-16,-8-2 1 15,-26-2-1-15,-21 3 2 0,-16 10 1 16,-16 8-3-16,-68 17 1 15,-40 7 12-15,-15 11 3 16,0 6-13-16,23-3 17 16,45 1-14-16,26-2-1 15,37-7-3-15,8-6 0 16,53-5-1-16,18-11 1 16,29-15 2-16,8-5-2 15,7-16-1-15,1-6-1 16,-5 0-27-16,-19 0-32 15,-32-6-73-15,-28-8-188 16</inkml:trace>
  <inkml:trace contextRef="#ctx0" brushRef="#br0" timeOffset="197539.26">4392 6062 648 0,'0'0'125'0,"0"0"-106"0,0 0-14 0,-78 146 1 0,62-107-3 16,8-1-3-16,0-9 0 15,0-7-44-15,8-12-138 16</inkml:trace>
  <inkml:trace contextRef="#ctx0" brushRef="#br0" timeOffset="197726.72">4206 5837 397 0,'0'0'297'15,"0"0"-216"-15,0 0-51 16,0 0-21-16,0 0-9 15,0 0-1-15,37-31-20 16,13 57-71-16,2 2-363 16</inkml:trace>
  <inkml:trace contextRef="#ctx0" brushRef="#br0" timeOffset="197945.95">4453 6065 489 0,'0'0'211'16,"0"0"-175"-16,0 0-31 15,0 0-4-15,0 0-1 16,0 0-43-16,200 4-153 15</inkml:trace>
  <inkml:trace contextRef="#ctx0" brushRef="#br0" timeOffset="198352.16">4553 6292 488 0,'0'0'142'15,"0"0"-127"-15,0 0-7 0,0 0 16 16,0 0-15-1,0 0-9-15,210-40-14 0,-197 32-169 16</inkml:trace>
  <inkml:trace contextRef="#ctx0" brushRef="#br0" timeOffset="198570.94">4924 6198 493 0,'0'0'163'0,"0"0"-145"16,0 0-8-16,0 0 20 0,0 0-10 16,0 0-12-1,71 46 0-15,-27-46-1 16,-4-6-2-16,-11-15-2 0,-21-4 0 16,-8 4 0-16,-6 4-3 15,-44 1-3-15,-7 8-18 16,9 6-23-16,17 2-56 15,23 0-266-15</inkml:trace>
  <inkml:trace contextRef="#ctx0" brushRef="#br0" timeOffset="199883.53">4345 3965 131 0,'0'0'127'0,"0"0"-26"0,0 0 2 0,0 0-21 16,0 0-25-16,0 0-22 15,-8-46 2-15,8 46-20 16,0 0-1-16,0 0-7 15,0 0-3-15,0 0-4 16,0 0-2-16,0 0 0 0,0 0-1 16,0 0 1-16,0 9 1 15,0-8 0-15,0-1-1 16,0 0 0-16,0 0 1 16,0 0 1-16,0 0 4 15,0 0-6-15,0 0 7 16,0 0 1-16,0 0 0 15,0 0-7-15,0-7 0 16,0 3 2-16,0 1-1 16,0 0 6-16,0 3-3 15,0 0-1-15,0 0-3 16,0 0-1-16,0 0-2 0,0 0 1 16,0 0 1-16,0 0 7 15,0 3-7-15,8 0-5 16,8-3 4-16,15 0 2 15,22-3 3-15,2-26 1 16,6-6-5-16,-9-3 0 16,-17-2 0-16,-14 4 0 15,-6 9 3-15,-15 8 0 16,0 4-5-16,0 11 5 16,0 1-3-16,0 3 0 15,0 13-1-15,-23 28 1 0,-9 17 5 16,-7 6 5-1,-6 2-2-15,8-1-7 0,3-4-1 16,5-3 0-16,0-8 5 16,5-6-10-16,9-8-5 15,4-6-53-15,-2-6-102 16,5-3-134-16</inkml:trace>
  <inkml:trace contextRef="#ctx0" brushRef="#br0" timeOffset="200211.63">4645 4080 309 0,'0'0'112'0,"0"0"-61"0,0 0 33 16,0 0-11-16,0 0-32 15,0 0-27-15,0 0 17 16,39 32-17-16,-39-12-11 16,0-1 6-16,0 0 4 15,-36-4-3-15,4-1-5 16,-7-5 1-16,15 1-4 16,16-3-2-16,8-2 0 15,0 4-2-15,0-1 2 16,0 4-8-16,45 1-48 0,5-9-116 15,10-4-280-15</inkml:trace>
  <inkml:trace contextRef="#ctx0" brushRef="#br0" timeOffset="200399.34">4876 4174 318 0,'0'0'218'0,"0"0"-99"16,0 0-41 0,0 0-36-16,0 0-38 0,0 0 0 15,232 5-4-15,-140 1-79 16,-5-6-119-16,-16 0-113 16</inkml:trace>
  <inkml:trace contextRef="#ctx0" brushRef="#br0" timeOffset="200508.71">5479 4131 85 0,'0'0'242'15,"0"0"-63"-15,0 0-91 16,0 0-51-16,0 0-34 16,0 0 5-16,-140 128-8 15,96-67-90-15,-4-3-198 16</inkml:trace>
  <inkml:trace contextRef="#ctx0" brushRef="#br0" timeOffset="201385.14">5565 5009 315 0,'0'0'196'0,"0"0"-171"0,0 0-22 0,0 0 17 0,0 0 28 15,0 0-21-15,0 77 2 16,-7-62-14-16,-1 1-14 16,5-9 6-16,3-7-4 15,0 3-3-15,0-3 0 16,0 0 0-16,0 0 6 16,0 0 0-16,0 0-1 15,3-3 11-15,2-7-14 16,-2-3 3-16,-3 4-2 15,0 6-1-15,0 0 0 0,0 3-2 16,0 0-3-16,0 0-1 16,0 0 2-16,0 0 2 15,0 0 0-15,0 6 0 16,0 10 2-16,-8 0-6 16,5 0 9-16,3-4-5 15,0-2 1-15,-5 0-1 16,2 2 0-16,-2-2 3 15,2 0-1-15,-2-8 4 16,5 2-6-16,0-4 2 16,0 0-1-16,0 0 7 15,0-9-1-15,0-14-7 16,0-3 0-16,8-5-2 0,21 1 2 16,2 3 0-1,1 7-1-15,-1 7 5 0,-10 4-3 16,-5 6 2-16,-5 3 4 15,2 0-7-15,3 6-3 16,-1 16 3-16,7 7 3 16,-12 3-3-16,-5 7-8 15,-2-2-52-15,-3-1-108 16,0-11-149-16</inkml:trace>
  <inkml:trace contextRef="#ctx0" brushRef="#br0" timeOffset="201603.89">5973 5144 82 0,'0'0'514'0,"0"0"-452"0,0 0-51 0,0 0-1 15,0 0 1-15,0 0-8 16,271-4-3-16,-187-9-113 16,-13 0-344-16</inkml:trace>
  <inkml:trace contextRef="#ctx0" brushRef="#br0" timeOffset="201807.02">6612 5031 478 0,'0'0'168'16,"0"0"-137"-16,0 0-29 16,0 0 6-16,0 0-2 15,0 0-6-15,0 148-59 16,0-112-247-16</inkml:trace>
  <inkml:trace contextRef="#ctx0" brushRef="#br0" timeOffset="202025.75">6738 4678 590 0,'0'0'113'15,"0"0"-113"-15,0 0 0 16,0 0-1-16,0 0-100 0,0 0-186 16</inkml:trace>
  <inkml:trace contextRef="#ctx0" brushRef="#br0" timeOffset="202260.11">7162 4645 581 0,'0'0'86'0,"0"0"-43"15,271 173 10-15,-195-81-20 16,-21 7-18-16,-39-7-7 16,-16-2-6-16,-40-4 2 15,-70-6-4-15,-50-13-52 16,-35-19-139-16</inkml:trace>
  <inkml:trace contextRef="#ctx0" brushRef="#br0" timeOffset="202635.6">5387 4834 445 0,'0'0'151'0,"0"0"-38"16,-277 191-6-16,206-69-25 16,64 17-41-16,35 7-29 15,122-11-12-15,55-40-74 16,43-43-405-16</inkml:trace>
  <inkml:trace contextRef="#ctx0" brushRef="#br0" timeOffset="208151.96">6683 5172 120 0,'0'0'48'0,"0"0"-12"0,0 0 28 0,0 0-18 0,0 0-10 16,0 0-7-1,0 0 27-15,-16-14-21 0,16 11-22 16,0 2-11-16,0-1 9 16,0 0 12-16,0-4-4 15,0 4-13-15,-8-3 1 16,1 2-6-16,7 2 5 16,0-2-5-16,0 3-1 15,0-3 6-15,-6 3-3 16,4 0 6-16,-4 0 2 15,6 0-2-15,0 0 4 16,0 0-8-16,0 0 4 16,0 0-1-16,0 0 2 15,0 0-6-15,0 0 3 0,0 0-3 16,0 0 3-16,0 0-7 16,0-3 0-16,0-3 0 15,0-5 2-15,0-5-2 16,21-8 0-16,-5-3 1 15,13-4-1-15,-3 0 2 16,6-2-2-16,-11 4 1 16,-5 7-1-16,5 3 0 15,-19 3 0-15,4 4 1 16,-6-1 1-16,0 6-2 16,0 4 1-16,0-3-1 15,0 5 0-15,0 1-1 16,0 0 1-16,0 0 0 0,0 0 1 15,0 0-1 1,0 1-5-16,0 8 5 0,0-2 1 16,0 2 0-16,0-2-2 15,0 2 2-15,0 3-2 16,-8 4 3-16,-5 2-2 16,5 7 7-16,-8 3-7 15,8-5 2-15,8-1-4 16,0 0 3-16,0-6-1 15,0-1 7-15,0-4-7 0,0-2 0 16,8-2 1 0,16 2-1-16,-1-1-2 0,14-3 2 15,-5-2 0-15,12 0-13 16,-9-3-53-16,-14 0-25 16,-19 0-149-16</inkml:trace>
  <inkml:trace contextRef="#ctx0" brushRef="#br0" timeOffset="208667.52">6954 4421 317 0,'0'0'120'0,"0"0"-66"0,0 0 29 0,0 0-19 0,0 0-37 16,0 0-15-1,-3-3-7-15,-12 16 3 0,1-5-1 16,14-2-3-16,0-3-4 16,0-3 1-16,0 0-1 15,0 0 7-15,0 0-7 16,0 0 5-16,0 0-5 15,0 0 3-15,0 0 3 16,0 0 17-16,0 0-4 16,0 0-3-16,0 0-10 15,0 0-6-15,0 0 0 16,0 0-2-16,0 0-10 16,-15 16-37-16,-17 3-93 0,-5 0-404 15</inkml:trace>
  <inkml:trace contextRef="#ctx0" brushRef="#br0" timeOffset="209636.76">7832 5060 515 0,'0'0'44'0,"0"0"-42"0,0 0 4 0,208 0 2 0,-137 0 12 16,-2 0-15-16,-14 0-5 16,-18 10-4-16,-27 3-129 15,-10 4-66-15,0 1 19 16</inkml:trace>
  <inkml:trace contextRef="#ctx0" brushRef="#br0" timeOffset="209761.87">8003 5283 481 0,'0'0'50'0,"0"0"-40"16,0 0 21-16,0 0 18 16,0 0-19-16,0 0-30 15,200 6-23-15,-139-6-231 16</inkml:trace>
  <inkml:trace contextRef="#ctx0" brushRef="#br0" timeOffset="210605.99">9863 4442 132 0,'0'0'22'0,"0"0"-16"0,0 0 34 0,0 0 45 0,0 0 5 16,0 0-10-16,100-37-7 15,-100 37-22-15,0 0-7 16,0 0-9-16,0 0-7 16,0 0-12-16,0 0-15 15,0 0 3-15,0 0-3 16,0 0 2-16,0 0-3 15,0 0 1-15,0 1-2 0,-16 14 4 16,-60 3-1-16,-40 7 13 16,-39 4-14-16,-8 3 3 15,10-4 1-15,29-3-4 16,40-2-1-16,37-1 0 16,39-3-4-16,8 6 4 15,61 0 0-15,39 4 1 16,15 6 0-16,-20 2 0 15,-19 13-1-15,-44 5-5 16,-32 8 5-16,-16 13 0 16,-92 4 1-16,-31 4 0 15,-16 2 1-15,23-6 0 0,27-15 3 16,50-11 8-16,34-18-1 16,21-9-4-16,0-6 5 15,13-5-5-15,63-3-7 16,27-12 0-16,28-1 4 15,22 0-5-15,10 0-36 16,-16-14-77-16,-23-2-294 16</inkml:trace>
  <inkml:trace contextRef="#ctx0" brushRef="#br0" timeOffset="210965.48">8805 6087 634 0,'0'0'177'0,"0"0"-158"0,0 0-16 0,0 0-2 0,-78 138 7 16,72-100-8-16,6-6-4 15,0-10-67-15,0-13-161 16</inkml:trace>
  <inkml:trace contextRef="#ctx0" brushRef="#br0" timeOffset="211121.72">8905 5806 525 0,'0'0'117'0,"0"0"-86"16,0 0-27-16,0 0-4 16,0 0-21-16,0 0-67 15,0 0-174-15</inkml:trace>
  <inkml:trace contextRef="#ctx0" brushRef="#br0" timeOffset="211356.1">9013 6074 148 0,'0'0'456'0,"0"0"-385"16,0 0-29-16,0 0 13 15,0 0-29-15,0 0-14 16,208 0-12-16,-161 0-5 16,-15 0-90-16,-32 7-250 15</inkml:trace>
  <inkml:trace contextRef="#ctx0" brushRef="#br0" timeOffset="211543.55">9013 6317 513 0,'0'0'96'0,"0"0"-77"15,0 0 13-15,0 0 9 16,0 0-28-16,276 5-13 16,-142-5-65-16,-13-16-141 15,-18-5-180-15</inkml:trace>
  <inkml:trace contextRef="#ctx0" brushRef="#br0" timeOffset="211746.66">9715 6231 288 0,'0'0'237'16,"0"0"-165"-16,0 0-2 15,0 0 3-15,0 0-28 0,-186 128-27 16,186-107-7-16,18-8 1 16,43-13 4-16,10-3-6 15,5-32-8-15,-8-9-2 16,-15-8 0-16,-37 1-8 15,-16 6-12-15,0 12-4 16,-69 16-15-16,-23 17-89 16,-16 0-208-16</inkml:trace>
  <inkml:trace contextRef="#ctx0" brushRef="#br0" timeOffset="212605.95">9074 4202 364 0,'0'0'177'0,"0"0"-152"0,0 0 8 0,0 0 47 0,0 0-30 16,0 0-29-16,79-38-19 16,-3-5 4-16,8-4-4 15,-5-10 0-15,0-4-1 16,-6-3-1-16,-17 6-8 15,-17 8 8-15,-18 15 0 16,-13 13 0-16,-5 11 2 16,-3 8-1-16,0 3 4 15,-11 10-4-15,-34 31 0 16,-10 15 1-16,-5 9 2 16,-1 6 0-16,-2 0-4 15,11-1 0-15,-4-6 0 16,25-13 1-16,2-7-2 15,5-10-27-15,14-8-61 0,-4-6-47 16,7-7-31-16,7-10-29 16</inkml:trace>
  <inkml:trace contextRef="#ctx0" brushRef="#br0" timeOffset="212887.2">9584 4084 0 0,'0'0'385'0,"0"0"-285"0,0 0-32 16,0 0 28-1,0 0-22-15,0 0-41 0,84-29-13 16,-73 29-11-16,-4 12-3 16,-7 5-5-16,0 2 3 15,0 2 3-15,-26 0 1 16,-19 3-1-16,14-7-6 15,2 5-1-15,5-3 0 16,1 0 0-16,15-2 0 16,8 1 1-16,0 1-2 15,0-3-15-15,21-2-45 16,21-9-73-16,10-5-203 16</inkml:trace>
  <inkml:trace contextRef="#ctx0" brushRef="#br0" timeOffset="213074.67">9884 4210 503 0,'0'0'192'16,"0"0"-124"-16,0 0-26 15,0 0-25-15,0 0-15 16,0 0-4-16,202 0-63 15,-118 0-179-15</inkml:trace>
  <inkml:trace contextRef="#ctx0" brushRef="#br0" timeOffset="213200.28">10457 4148 503 0,'0'0'140'16,"0"0"-109"-16,0 0-10 15,0 0 10-15,0 0-17 16,-139 196-10-16,110-119-4 15,-3-6-302-15</inkml:trace>
  <inkml:trace contextRef="#ctx0" brushRef="#br0" timeOffset="213778.77">10026 5198 437 0,'0'0'250'0,"0"0"-180"0,0 0-33 15,0 0-12-15,0 0-2 16,0 0-20-16,-27 143 4 16,27-108-5-16,0-15-2 15,0-12 2-15,0-8 1 16,11 0-3-16,42-25-5 0,15-17-27 15,3-2 21-15,-16 10 9 16,-15 13 2-16,-19 12 0 16,2 9 11-16,6 0-3 15,3 13-6-15,-9 32-4 16,1 6-16-16,-16 2-177 16</inkml:trace>
  <inkml:trace contextRef="#ctx0" brushRef="#br0" timeOffset="214623.59">11075 5300 516 0,'0'0'58'0,"0"0"-53"0,221 0 3 0,-111-1 0 0,4-6-8 16,-36 1 6-16,-14-3-6 15,-49 5 2-15,-15-5-2 16,-55 0 4-16,-47-7 0 15,-35 6 12-15,5 1 22 0,9 1-7 16,44 6-9-16,34 2-18 16,45 0-4-16,8 2-78 15,68 6-246-15</inkml:trace>
  <inkml:trace contextRef="#ctx0" brushRef="#br0" timeOffset="-214044.47">13111 4316 270 0,'0'0'85'0,"0"0"-55"0,0 0 48 0,0 0-5 0,0 0-33 15,0 0-16-15,78 0-8 16,-70 0-5-16,-8 0-7 15,-2 0 0-15,-67 14 26 16,-46 5 8-16,-30 6-22 16,-10 3-4-16,21 1-7 15,42 0-1-15,39 4-4 16,45 4 0-16,8 6 5 16,45 7-3-16,13 3-1 15,2 6-1-15,-20 2 0 0,-25-1-1 16,-15 4 1-16,-31-3 0 15,-61-2 1-15,-26-2 3 16,-22 1-3-16,-5 3 0 16,19 3 1-16,29-7 22 15,50-8-1-15,47-5-8 16,7-6-4-16,93-5 20 16,40-5-9-16,20-12-13 15,11-3-9-15,13-8 0 16,-13-1-46-16,-31-4-38 15,-40 0-186-15</inkml:trace>
  <inkml:trace contextRef="#ctx0" brushRef="#br0" timeOffset="-213247.42">11775 6242 625 0,'0'0'99'0,"0"0"-84"0,0 0 9 15,-21 158-11-15,13-114-3 16,0-2-7-16,0-7-3 16,8-13-33-16,-8-12-163 15,8-10-239-15</inkml:trace>
  <inkml:trace contextRef="#ctx0" brushRef="#br0" timeOffset="-213091.16">11782 5931 588 0,'0'0'78'15,"0"0"-69"-15,0 0-6 16,0 0-3-16,0 0 0 16,0 0-54-16,8 98-169 15</inkml:trace>
  <inkml:trace contextRef="#ctx0" brushRef="#br0" timeOffset="-212856.84">12069 6275 581 0,'0'0'111'0,"0"0"-82"16,0 0 44-16,208 0-32 16,-145 0-33-16,-10 0-8 15,-22 0-5-15,-23 0-86 0,-8 0-306 16</inkml:trace>
  <inkml:trace contextRef="#ctx0" brushRef="#br0" timeOffset="-212731.68">12209 6444 378 0,'0'0'24'0,"0"0"-16"15,0 0-8-15,260 4-44 16,-181-4-184-16</inkml:trace>
  <inkml:trace contextRef="#ctx0" brushRef="#br0" timeOffset="-212341.08">13105 6294 489 0,'0'0'166'0,"0"0"-119"0,0 0 8 16,-94 126-26-16,94-79-19 16,0-5-3-16,44-12-4 15,19-10 3-15,8-14-5 16,6-6-1-16,7-12-18 15,-16-26-12-15,-28-10-4 16,-32-9 15-16,-8 4 19 16,-77 3 4-16,-23 15-3 15,-2 22 1-15,-3 13 3 16,13 13-5-16,13 28-9 16,18 3-381-16</inkml:trace>
  <inkml:trace contextRef="#ctx0" brushRef="#br0" timeOffset="-211041.96">12353 3976 242 0,'0'0'355'0,"0"0"-275"0,0 0-24 15,0 0 0-15,0 0-28 16,0 0-24-16,0 0 1 16,0 0 0-16,108-65-3 0,-37 33 3 15,-3-5-5 1,-12-5-21-16,-17 1-1 0,-15 1 2 15,-16 9 10-15,-8 12 9 16,0 9 1-16,0 10 3 16,-24 3 2-16,-8 33-2 15,-4 18 7-15,1 11-3 16,-1 7-1-16,4 1-2 16,16-5-4-16,-7-11 1 15,9-13-2-15,14-9-1 0,0-15-59 16,0-10-103-1,16-10-186-15</inkml:trace>
  <inkml:trace contextRef="#ctx0" brushRef="#br0" timeOffset="-210776.07">12724 3918 126 0,'0'0'323'0,"0"0"-226"15,0 0-22-15,0 0 23 16,0 0-49-16,0 0-26 16,71 0-2-16,-42 21-4 15,-19-1-15-15,-10 4-2 16,0-3 2-16,-18-2 1 0,-27 0-1 16,14-6 2-16,10-1-3 15,13-2 0-15,8 4-1 16,0 0-26-16,39 2-7 15,22-5-29-15,7-2-108 16,-5-8-299-16</inkml:trace>
  <inkml:trace contextRef="#ctx0" brushRef="#br0" timeOffset="-210588.47">13166 4061 499 0,'0'0'212'0,"0"0"-182"16,0 0-27-16,0 0 6 15,0 0-9-15,237 6-4 16,-159-6-129-16,-1 0-285 16</inkml:trace>
  <inkml:trace contextRef="#ctx0" brushRef="#br0" timeOffset="-210463.49">13744 3922 609 0,'0'0'113'16,"0"0"-98"-16,0 0 33 15,0 0-5-15,-92 143-34 0,74-63-9 16,-11 0-15-16,0-14-225 16</inkml:trace>
  <inkml:trace contextRef="#ctx0" brushRef="#br0" timeOffset="-209525.29">13823 4881 375 0,'0'0'133'0,"0"0"-35"0,0 0 26 0,0 0-45 16,0 0-45-16,0 0-24 16,45 0 5-16,31 0-3 15,19-6-6-15,5-19-1 16,-8-8-2-16,-8-2-3 15,-23-3 0-15,-22 6 3 16,-15 4 0-16,-24 11-3 16,0 8 1-16,0 9 3 15,-8 0 0-15,-32 26 3 16,-4 18-3-16,-4 4 5 16,19 2-2-16,11-8-7 15,13-9 1-15,5-9 1 16,0-11-2-16,0-3-2 15,39-9-54-15,14-1-9 0,10 0-51 16,3-29-264-16</inkml:trace>
  <inkml:trace contextRef="#ctx0" brushRef="#br0" timeOffset="-209369.05">14707 4297 756 0,'0'0'137'0,"0"0"-73"16,0 0-31-16,0 0-33 16,0 0-34-16,0 0-175 0</inkml:trace>
  <inkml:trace contextRef="#ctx0" brushRef="#br0" timeOffset="-206835.47">14670 4483 423 0,'0'0'244'0,"0"0"-209"0,0 0-25 0,0 0-5 0,0 0 3 15,0 0-8-15,0 0-45 32,37 16-277-32</inkml:trace>
  <inkml:trace contextRef="#ctx0" brushRef="#br0" timeOffset="-204882.77">14699 4386 485 0,'0'0'55'0,"0"0"-41"0,0 0-2 0,0 0 5 16,0 0 4-16,0 0-1 15,0 0 9-15,195-117-8 16,-195 111 8-16,0 6 15 15,8-1-16-15,-8 1-15 16,0 0-10-16,0 0-5 16,7 0 2-16,-7 10 0 15,0-1 0-15,0-2 0 16,0-4 0-16,0-3 0 16,0 3 0-16,0-3 2 15,0 0 2-15,0 0-4 16,14 0 3-16,-12-3-3 15,6-3 2-15,0 2-2 16,-3 4 0-16,-2 0-2 16,-3 9-70-16,0 11-89 15,0 3-313-15</inkml:trace>
  <inkml:trace contextRef="#ctx0" brushRef="#br0" timeOffset="-203459.52">8298 6368 391 0,'0'0'136'16,"0"0"-57"-16,0 0-10 0,0 0-4 0,0 0-29 16,0 0-32-16,0 0-3 0,74 32 11 15,-48 12-12-15,-5 7 7 16,-5 7-6-16,-8 3-1 16,-8 8-20-16,0-11-122 15,0-14-246-15</inkml:trace>
  <inkml:trace contextRef="#ctx0" brushRef="#br0" timeOffset="-203115.89">8506 6830 236 0,'0'0'101'0,"0"0"-53"16,0 0-16-1,0 0 25-15,0 0-20 0,247 12-20 16,-131 18-5-16,28 5-10 16,27 3-2-16,5-9 6 15,8-6-5-15,-21-12-1 16,-7-10 2-16,-25-1 1 16,-18 0-3-16,-18-7 1 15,-11-18 4-15,-21-9-2 16,-15-15 19-16,-27-3 14 15,-14-10-4-15,-7 4 21 16,0 4-14-16,-7 12-9 0,-7 17-5 16,12 17-22-16,2 8-3 15,0 24-32-15,0 16-117 16</inkml:trace>
  <inkml:trace contextRef="#ctx0" brushRef="#br0" timeOffset="-193988.01">6730 8110 134 0,'0'0'44'0,"0"0"-17"0,0 0 45 0,0 0 45 0,0 0-12 16,0 0-39-16,0 0-9 15,-39-16-6-15,39 16-12 16,0 0 2-16,0 0-5 16,0 0 2-16,0 0-22 15,0 0-5-15,0 0-9 16,0 0-1-16,53 0-1 15,25 0 0-15,30 0 0 16,16 0 0-16,-16 0-3 16,-16 0-32-16,-29 5-11 0,-34 6-52 15,-29 4-114-15,-24 2-78 16</inkml:trace>
  <inkml:trace contextRef="#ctx0" brushRef="#br0" timeOffset="-193863.04">6683 8362 432 0,'0'0'148'0,"0"0"-138"16,0 0 8-16,0 0 51 16,0 0-36-16,268 10-27 15,-173-10-6-15,-19-7-51 16,-23 0-280-16</inkml:trace>
  <inkml:trace contextRef="#ctx0" brushRef="#br0" timeOffset="-193378.68">7764 8071 312 0,'0'0'256'16,"0"0"-161"-16,0 0-35 16,0 0-26-16,0 0-14 15,0 0-10-15,108-22-1 16,13-9-3-16,-5-8-4 15,-22-10 2-15,-10-5-3 16,-36 0 0-16,-17-3 0 16,-23 9 0-16,-8 7 1 15,0 13-2-15,-24 8 0 16,-7 16 0-16,-1 4 8 16,-4 24-5-16,-12 35-1 0,3 21 13 15,3 16-4-15,-2 6 4 16,-1 2-15-16,-2-7 0 15,15-13 5-15,3-16-5 16,13-16-3-16,1-3-33 16,7-8-17-16,0-7-65 15,0-17-132-15,8-11-133 16</inkml:trace>
  <inkml:trace contextRef="#ctx0" brushRef="#br0" timeOffset="-193034.48">8148 8150 269 0,'0'0'113'0,"0"0"-8"15,0 0-41-15,0 0-33 16,0 0-7-16,0 0 2 15,224-14-7-15,-190 28-13 16,-21 3 2-16,-13 2-7 16,-5 4 8-16,-66 2 6 15,-29 1-5-15,-8-2-3 16,13-4-4-16,19-5-3 0,39-4 5 16,21-2-5-16,16 1-4 15,16-3-7 1,58-2-36-16,36-5-19 0,19 0-133 15,10 0-176-15</inkml:trace>
  <inkml:trace contextRef="#ctx0" brushRef="#br0" timeOffset="-192675.14">8713 8247 520 0,'0'0'111'0,"0"0"-83"16,0 0-12-16,0 0 5 16,0 0 22-16,0 0-13 15,16 114-10-15,-16-75-15 16,0-7-4-16,0-13 2 15,5-4-3-15,14-15 3 16,26 0-2-16,10-15-1 16,13-21-1-16,1-4-4 15,-22 0 5-15,-2 12 1 16,-27 12 2-16,-10 9 11 16,0 4 16-16,-3 3-24 0,3 0-6 15,16 30 0-15,5 17-4 16,-3 1-48-16,3-4-168 15</inkml:trace>
  <inkml:trace contextRef="#ctx0" brushRef="#br0" timeOffset="-191222.04">10094 8346 252 0,'0'0'172'0,"0"0"-89"0,0 0 2 0,0 0 13 0,0 0-47 15,0 0-29-15,-37-29-14 16,87 29-2-16,0 0-4 16,3 0 4-16,-14 0-5 15,-15 2 0-15,-8 0-2 16,-16 1 1-16,0-3 0 15,-50 2 5-15,-27-2-4 16,-7 0-1-16,13 0 1 16,19 0 1-16,20 0 1 15,27 0 0-15,5 0-3 16,68 0-5-16,53-2-33 0,34-15-195 16</inkml:trace>
  <inkml:trace contextRef="#ctx0" brushRef="#br0" timeOffset="-190659.6">11288 6813 275 0,'0'0'174'0,"0"0"-71"0,0 0-9 0,0 0-8 0,0 0-45 15,0 0-35 1,-13 0-4-16,42 52 0 0,-11 13-2 15,-10 13-3 1,-8-6-52-16,0-12-217 0</inkml:trace>
  <inkml:trace contextRef="#ctx0" brushRef="#br0" timeOffset="-190206.36">11212 7214 176 0,'0'0'62'0,"0"0"-56"16,0 0 5-16,0 0 46 15,0 0-26-15,0 0-15 16,231 63 15-16,-97-42 13 15,40 3-12-15,28-3 20 16,54-1-4-16,30 2-27 16,14 1-11-16,0 3 1 15,-14-4-3-15,-25-10 3 16,-27-6-8-16,-34-6 2 16,-24 0-2-16,-34-15-2 15,-21-14 2-15,-21-12-3 16,-29-10 1-16,-32-13 7 15,-25-16-4-15,-14-3 0 0,0-6 23 16,-16 10 14 0,-5 14 1-16,5 15-1 0,8 11-8 15,8 17-8-15,0 9-25 16,0 13 0-16,0 13-11 16,0 16-112-16,-32 9-450 15</inkml:trace>
  <inkml:trace contextRef="#ctx0" brushRef="#br0" timeOffset="-179921.91">4445 12647 641 0,'0'0'112'0,"0"0"-80"16,0 0-30-16,0 0-2 15,0 0-4-15,0 0 4 16,16 47-2-16,23-7-87 15,-7-3-219-15</inkml:trace>
  <inkml:trace contextRef="#ctx0" brushRef="#br0" timeOffset="-172230.01">6615 11273 628 0,'0'0'113'16,"0"0"-87"-16,0 0-20 15,0 0-6-15,0 0-16 16,0 0-47-16,-24 87-122 16</inkml:trace>
  <inkml:trace contextRef="#ctx0" brushRef="#br0" timeOffset="-164273.68">10341 13569 397 0,'0'0'86'0,"0"0"-86"0,0 0-117 0,0 0 62 15,0 0 39-15,0 0 16 16,0 0 0-16,-108 0-161 16</inkml:trace>
  <inkml:trace contextRef="#ctx0" brushRef="#br0" timeOffset="-142564.05">11483 7714 283 0,'0'0'132'0,"0"0"-84"0,0 0-33 0,0 0 15 0,0 0 35 16,0 0-10-1,0-48-23-15,0 45-18 16,0 3-10-16,0 0-3 16,0 0 1-16,0 0-2 0,0 0 1 15,0 0 1-15,0 0-1 16,0 3 1-16,0 1-1 16,0 2 5-16,0-5-6 15,0-1-2-15,0 0 2 16,0 2 4-16,-8 11-4 15,-21 12 4-15,-34 23-3 16,-6 23 35-16,-15 23 10 16,-3 14-18-16,16 6 11 15,11-3-27-15,31-16-10 16,26-14-2-16,3-19-1 0,8-15 1 16,40-13 0-1,20-7-7-15,16-17-61 0,11-10-104 16,-11-5-384-16</inkml:trace>
  <inkml:trace contextRef="#ctx0" brushRef="#br0" timeOffset="-142220.34">11585 8187 206 0,'0'0'354'0,"0"0"-284"0,0 0-50 0,0 0 11 0,0 0-13 0,0 0-13 15,229-131-3-15,-134 79 2 16,-14-2-4-16,-18 3 0 16,-23 7 4-16,-17 14 0 15,-9 14 3-15,-12 11 2 16,-2 5 13-16,0 11-3 15,-23 36-19-15,-30 21 20 16,-2 16 5-16,-6 6-23 16,14-8 3-16,0-11-5 15,18-7 0-15,5-13-5 16,8-8-42-16,14-15-66 16,2-20-281-16</inkml:trace>
  <inkml:trace contextRef="#ctx0" brushRef="#br0" timeOffset="-141923.33">12148 8139 448 0,'0'0'90'0,"0"0"-45"15,0 0 16-15,0 0 12 16,0 0-40-16,0 0-21 15,37-7 10-15,-13 7-14 0,-11 1-7 16,-11 5 0-16,-2 0 1 16,0 9-1-16,-47 1 8 15,-14 2 11-15,6 2-10 16,11-4-9-16,17 1-1 16,14-1-3-16,13 2 0 15,0 2 1-15,0-4-40 16,45-3-34-16,2-4-107 15,-7-9-213-15</inkml:trace>
  <inkml:trace contextRef="#ctx0" brushRef="#br0" timeOffset="-141594.66">12532 8224 615 0,'0'0'124'0,"0"0"-92"0,0 0-25 0,0 0 8 0,0 0 5 0,0 0-17 15,247 17-3-15,-155-8-3 16,-15-2-81-16,-22-7-253 16</inkml:trace>
  <inkml:trace contextRef="#ctx0" brushRef="#br0" timeOffset="-141391.53">13226 8061 371 0,'0'0'235'0,"0"0"-156"0,0 0-67 15,0 0 5-15,0 0 31 16,-29 132-31-16,14-75-12 15,-1 0-5-15,8-9-11 16,-8-14-90-16,16-16-199 16</inkml:trace>
  <inkml:trace contextRef="#ctx0" brushRef="#br0" timeOffset="-141188.35">13558 7801 522 0,'0'0'157'0,"0"0"-143"16,0 0 35-16,155 152 9 15,-124-72-30-15,-31 0-14 16,0 0-12-16,-23-6 1 16,-54-2-3-16,-15-12-58 15,-18-16-155-15</inkml:trace>
  <inkml:trace contextRef="#ctx0" brushRef="#br0" timeOffset="-133966.72">14386 8150 41 0,'0'0'375'0,"0"0"-296"0,0 0-38 0,0 0 46 16,0 0 4-16,0 0-37 0,0 4-13 15,0-4-20 1,0 0-7-16,21 0-4 16,19-18 7-16,20-19-17 15,3-13-2-15,-8 2-1 0,-10 0-9 16,-16 9 1-16,-13 11 10 16,-8 10 2-16,-6 10 1 15,-2 6-2-15,0 2-1 16,-15 18-3-16,-41 36 4 15,-28 23 5-15,5 13 4 16,-2 3-8-16,18-5-1 16,7-8 6-16,9-9-6 15,10-10-2-15,14-13-11 16,7-11-49-16,8-10-64 0,8-18-140 16</inkml:trace>
  <inkml:trace contextRef="#ctx0" brushRef="#br0" timeOffset="-133732.33">14607 8250 467 0,'0'0'143'0,"0"0"-114"16,0 0-23-16,0 0 18 15,0 0 17-15,0 0-22 16,-82 42 12-16,4-8-18 15,-7-2-9-15,14-1-3 16,19-5 6-16,28-5-7 16,24 3-4-16,13-1 3 0,74-2 0 15,45-5-1-15,12-6-79 16,-10-9-237-16</inkml:trace>
  <inkml:trace contextRef="#ctx0" brushRef="#br0" timeOffset="-132966.74">11299 8770 156 0,'0'0'99'0,"0"0"-45"0,0 0 13 0,0 0 36 0,-263-26-29 15,215 22-6-15,9 2-10 16,18-1-16-16,13 2-15 16,8 1-2-16,29 0-23 15,87 0 0-15,78 16 12 16,61 7-1-16,48-1-1 15,36 7-11-15,16-4 4 0,21-1 7 16,-5 1 1 0,-16-6-13-16,-53-3-1 0,-62-3 1 15,-64-4 5-15,-76-4-5 16,-69 5-11-16,-31 1-46 16,-94 5-36-16,-35-1-177 15</inkml:trace>
  <inkml:trace contextRef="#ctx0" brushRef="#br0" timeOffset="-132669.52">13095 9286 509 0,'0'0'192'0,"0"0"-163"0,0 0-13 15,0 0 44-15,0 0-13 16,68 123 1-16,-68-83-17 16,0 2-18-16,-45-2-8 15,-2-4-2-15,2-8 2 16,22-8-3-16,23-3-2 16,0-3-11-16,100-6-3 15,47-8-24-15,40 0-48 16,13-3-28-16,-8-19-355 15</inkml:trace>
  <inkml:trace contextRef="#ctx0" brushRef="#br0" timeOffset="-120506.46">20151 9102 260 0,'0'0'188'0,"0"0"-120"0,0 0 1 0,0 0 9 0,0 0-37 16,0 0-22-16,-16 0-2 15,77 0 7-15,7 0 0 16,-5-4-15-1,-8 1 2-15,-10 3-9 0,-13 0-2 16,-9 0-1-16,-10 17-64 16,-13 5-134-16,0 6-326 15</inkml:trace>
  <inkml:trace contextRef="#ctx0" brushRef="#br0" timeOffset="-120397.1">20196 9398 520 0,'0'0'75'15,"0"0"-74"-15,0 0 0 0,0 0-1 16,231 1-69-16,-186-1-217 16</inkml:trace>
  <inkml:trace contextRef="#ctx0" brushRef="#br0" timeOffset="-119975.28">21174 9061 136 0,'0'0'49'16,"0"0"3"-16,0 0 41 15,0 0 1-15,0 0 0 16,0 0-20-16,-16-21-21 16,-13 29-12-16,6 19-8 15,-1 9 6-15,3-3-21 16,18-5-17-16,3 0 2 16,0-11-2-16,24-2-1 15,15-14-1-15,14-1-7 16,-6-10-11-16,-2-31 7 15,-14-5-4-15,-20-4 9 16,-11 4 0-16,0 3 7 0,0 11 0 16,-24 6-14-1,-7 14-10-15,-1 12-5 0,9 0-15 16,2 16-27-16,18 18-77 16,3-4-61-16</inkml:trace>
  <inkml:trace contextRef="#ctx0" brushRef="#br0" timeOffset="-119881.54">21174 9061 474 0</inkml:trace>
  <inkml:trace contextRef="#ctx0" brushRef="#br0" timeOffset="-119772.15">21174 9061 474 0,'155'63'88'0,"-171"-53"-55"0,3 5 22 0,10 11 2 0,3 5-23 15,0 4-13-15,8-2-10 16,24-4-8-16,7-4-1 15,6-6-2-15,-3-3-59 16,0-7-97-16,-15-6-270 16</inkml:trace>
  <inkml:trace contextRef="#ctx0" brushRef="#br0" timeOffset="-119397.2">21745 9294 261 0,'0'0'195'0,"0"0"-155"0,0 0 24 16,0 0 27-16,0 0-34 15,-16 152-31-15,16-111-5 16,0-5-15-16,0-8-3 16,0-12-2-16,0-6 6 15,0-9-7-15,0-1 1 16,34-1 2-16,5-28-1 16,6 1 0-16,-16 5 2 0,-13 6-3 15,-8 8 0-15,-8 7 2 16,2 2 0-16,6 0-1 15,5 16-4-15,3 16-1 16,8 3-48-16,7-3-136 16,1-7-269-16</inkml:trace>
  <inkml:trace contextRef="#ctx0" brushRef="#br0" timeOffset="-119147.24">22323 9446 501 0,'0'0'177'15,"0"0"-101"-15,0 0-27 16,0 0-34-16,0 0-15 15,0 0 0-15,232-9-2 16,-146 9-59-16,1 0-138 16,-21-13-335-16</inkml:trace>
  <inkml:trace contextRef="#ctx0" brushRef="#br0" timeOffset="-118678.53">22694 9358 287 0,'0'0'259'0,"0"0"-177"16,0 0-55-16,0 0-20 15,216-112 13-15,-130 61-7 16,-7-4-8-16,-10 0 1 15,-30 10-5-15,-18 8 2 16,-18 14 18-16,-3 14 32 16,0 9-27-16,-16 26-11 15,-26 38-14-15,-19 19-1 0,1 9 16 16,5 0-7 0,10-8-9-16,6-9 0 0,15-10 0 15,8-8-5-15,3-10-21 16,13-14-44-16,0-15-118 15,5-16-211-15</inkml:trace>
  <inkml:trace contextRef="#ctx0" brushRef="#br0" timeOffset="-118459.83">23196 9445 461 0,'0'0'119'0,"0"0"-71"0,0 0 8 15,0 0 9 1,0 0-34-16,0 0-17 0,-136 24-3 16,67 4-10-16,22-2 1 15,23-3 0-15,24-5-4 16,40-2 0-16,73-3-12 16,37-13-46-16,15 0-209 15</inkml:trace>
  <inkml:trace contextRef="#ctx0" brushRef="#br0" timeOffset="-115379.13">23699 9315 356 0,'0'0'135'0,"0"0"-44"0,0 0 13 0,0 0-38 16,0 0-31-16,0 0-16 15,0 0-14-15,107-45 1 16,-46 36-5-16,-11 5 1 15,0 0-1-15,-8 2-1 16,-5 2-8-16,-14-2-56 16,9-1-67-16,-11-7-142 15</inkml:trace>
  <inkml:trace contextRef="#ctx0" brushRef="#br0" timeOffset="-115191.68">24130 9091 117 0,'0'0'189'0,"0"0"-72"16,0 0-2-16,0 0-43 16,0 0-18-16,0 0 15 15,-100 84-16-15,87-18-18 16,5 4-25-16,8 4-4 16,0-7-1-16,0-2-10 15,0-8-24-15,0-19-149 16</inkml:trace>
  <inkml:trace contextRef="#ctx0" brushRef="#br0" timeOffset="-114753.7">24593 9032 353 0,'0'0'176'0,"0"0"-106"0,0 0-5 16,0 0-42-16,0 0-20 15,0 0 0-15,186-150-3 16,-125 99-4-16,-14-7-15 16,-10-2 19-16,-18 3 0 15,-12 10 3-15,-7 13 10 16,0 14 15-16,0 15 10 16,0 5-17-16,-18 41-18 15,-19 30 10-15,0 24 28 16,6 13-20-16,5 4-17 0,-3 2-3 15,-3-1 3-15,-7-11-4 16,-6-16-3-16,13-9-30 16,1-23-36-16,10-20-75 15,13-20-199-15</inkml:trace>
  <inkml:trace contextRef="#ctx0" brushRef="#br0" timeOffset="-114441.11">24916 9136 279 0,'0'0'131'0,"0"0"-27"0,0 0-37 16,0 0-4-16,0 0-13 15,0 0-22-15,203-21-10 16,-172 34-17-16,-10-3 3 15,-21 4-3-15,0 0 2 16,-36 5 6-16,-43 6-6 16,-13 4-2-16,0-4 5 15,28-2-1-15,20-4-3 16,36-3-1-16,8 0-2 16,0-3 1-16,37-1-3 15,26-3-35-15,8-6-147 0,5-3-245 16</inkml:trace>
  <inkml:trace contextRef="#ctx0" brushRef="#br0" timeOffset="-114144.25">25442 9195 439 0,'0'0'178'0,"0"0"-145"15,0 0 18-15,0 0 23 16,-37 126-38-16,27-80-23 16,-3-4-8-16,5-11-3 0,5-9 1 15,-2-13-1 1,5-9-2-16,0 0-2 0,16-8-5 16,28-18-14-16,4-2 9 15,-1 8 12-15,-7 7 0 16,-4 12 1-16,-4 1 1 15,-8 7-2-15,-11 29 0 16,-13 15-1-16,0 0-123 16</inkml:trace>
  <inkml:trace contextRef="#ctx0" brushRef="#br0" timeOffset="-112767.42">26476 9229 369 0,'0'0'143'0,"0"0"-95"0,0 0-21 0,0 0 7 0,0 0-2 15,239-44-5-15,-168 34-7 16,-16 7-11-16,-26 3-4 16,-21-3 0-16,-8 3 23 15,0-6 16-15,-37-1-18 0,-21 6-25 16,-7-5 0-16,15 6-1 15,21 0-1-15,21 0 0 16,8 10-43-16,0 3-95 16,16-13-352-16</inkml:trace>
  <inkml:trace contextRef="#ctx0" brushRef="#br0" timeOffset="-112158.08">27664 8544 172 0,'0'0'96'0,"0"0"-34"0,0 0-1 0,0 0 21 15,0 0-14-15,0 0-16 16,-7-29-9-16,7 29-21 15,0 0-11-15,0 0 2 16,0 0 12-16,0 0-7 16,0 0-10-16,0 0-5 15,0 0 2-15,0 0-1 16,0 0-4-16,0 0 0 16,0 0 0-16,0 0 9 15,0 0-6-15,0 0-3 16,0 0 1-16,0 0 1 15,0 0-2-15,0 0 2 16,0 0-1-16,0 0-1 0,0 0 2 16,0 0-2-16,0 0 0 15,-6 0-1-15,6 0 2 16,0 0-2-16,0 0 2 16,0 0 1-16,0 0-2 15,0 0 1-15,0 0-1 16,0 0 0-16,-10 5-10 15,-14 2-130-15</inkml:trace>
  <inkml:trace contextRef="#ctx0" brushRef="#br0" timeOffset="-111829.96">27728 8433 402 0,'0'0'100'0,"0"0"-94"0,0 0 13 0,0 0 58 0,-140 199-8 16,61-96-18-16,-10 11-14 16,13 7-4-1,28-6-17-15,38-15-14 0,10-14 3 16,31-20-4-16,46-17-2 16,23-17-14-16,7-21-93 15,-4-11-242-15</inkml:trace>
  <inkml:trace contextRef="#ctx0" brushRef="#br0" timeOffset="-111438.93">27835 8895 304 0,'0'0'263'0,"0"0"-231"16,0 0-31-16,0 0 1 15,0 0 6-15,0 0-7 16,248-125-2-16,-193 78-3 16,-10-4-19-16,-16-1 13 15,-22 4 10-15,-7 10 14 16,0 13 27-16,0 10 10 15,-5 11-1-15,-11 4-16 0,-7 24-11 16,-14 34-12 0,-3 26 42-16,1 14-20 0,15 3-13 15,3-5-11-15,13 0-8 16,0-12-1-16,1-9 0 16,7-11-21-16,-3-23-73 15,-2-15-131-15</inkml:trace>
  <inkml:trace contextRef="#ctx0" brushRef="#br0" timeOffset="-111157.27">28230 8900 164 0,'0'0'188'15,"0"0"-88"-15,0 0 0 16,0 0-4-16,0 0-25 16,0 0-43-16,176 43-6 15,-184-21-7-15,-52 0-7 16,-11 3 1-16,0-6-4 16,18-6-3-16,24 0-1 15,29-3-2-15,0 0-1 16,61-1 1-16,47-4-28 15,23-5-109-15,1 0-339 16</inkml:trace>
  <inkml:trace contextRef="#ctx0" brushRef="#br0" timeOffset="-110906.84">28753 8958 97 0,'0'0'297'0,"0"0"-228"0,0 0-27 16,0 0 34-16,0 0-33 15,216-3-25-15,-163 1-18 16,-11 0 0-16,-3-6-121 15,-10-3-247-15</inkml:trace>
  <inkml:trace contextRef="#ctx0" brushRef="#br0" timeOffset="-110750.61">29224 8856 501 0,'0'0'103'0,"0"0"-18"0,0 0-1 16,0 0-54-16,0 0-20 15,0 0 16-15,-8 151-18 16,8-83-8-16,0 1-3 16,0-13-96-16,16-13-283 15</inkml:trace>
  <inkml:trace contextRef="#ctx0" brushRef="#br0" timeOffset="-110484.33">29442 8496 603 0,'0'0'139'0,"0"0"-135"0,113 176 37 15,-42-71 25-15,-18 6-23 16,-29 1-28-16,-24-10-11 16,-8-4-4-16,-61-12 0 15,-33-18-60-15,-27-17-66 16,-5-19-416-16</inkml:trace>
  <inkml:trace contextRef="#ctx0" brushRef="#br0" timeOffset="-109828.75">30242 8837 154 0,'0'0'431'0,"0"0"-370"0,0 0-43 0,0 0 20 0,0 0-3 16,0 0-26-16,155-87-3 16,-92 47-4-16,-16 2-1 15,-4 2 2-15,-20 11 4 16,-15 9-5-16,0 12 27 15,-8 4-11-15,0 8-18 16,0 35 4-16,-8 21 5 16,-29 15 25-16,-2 11-20 15,-1 5-11-15,4-1-1 16,7-13 0-16,5-10-2 0,6-17-60 16,2-18-56-16,-5-14-221 15</inkml:trace>
  <inkml:trace contextRef="#ctx0" brushRef="#br0" timeOffset="-109578.78">30707 8955 512 0,'0'0'84'0,"0"0"-74"15,0 0 25 1,0 0 32-16,0 0-34 0,0 0-16 15,-8 35-6 1,-55-13 4-16,3-3-14 0,5-6 1 16,31 0-1-16,16-5 2 15,8 4-3-15,16 5-4 16,47 0-20-16,26 0-27 16,6 1-61-16,0-2-145 15</inkml:trace>
  <inkml:trace contextRef="#ctx0" brushRef="#br0" timeOffset="-108781.8">27575 9695 188 0,'0'0'91'0,"0"0"22"0,0 0 21 0,0 0-42 16,0 0-20-16,0 0-28 16,-147-51-15-16,192 48-13 15,62-1-11-15,64 1 5 16,50 3 15-16,45 0 3 16,26 0-14-16,23 0 3 15,-4 4-4-15,-25-4 1 16,-38 0-6-16,-51 0-8 15,-66 3-6-15,-62 4-53 16,-61 2-51-16,-14-1-237 16</inkml:trace>
  <inkml:trace contextRef="#ctx0" brushRef="#br0" timeOffset="-108500.2">29103 9946 482 0,'0'0'229'0,"0"0"-192"16,0 0 42-16,0 0 22 16,213 120-22-16,-181-86-19 15,-11 1-24-15,-21-2-10 0,0-5-13 16,-8-2 0-16,-13-5 4 15,13-1-11-15,8 3-4 16,55-9-2-16,61-6-15 16,52-8-48-16,24 0-37 15,-5-4-75-15,-3-27-324 16</inkml:trace>
  <inkml:trace contextRef="#ctx0" brushRef="#br0" timeOffset="-97575.63">18360 8422 473 0,'0'0'123'0,"0"0"-64"0,0 0-13 0,0 0-13 0,0 0-13 15,0 0-18-15,0 0-2 16,-3 4 0-16,27 14-8 16,0 5-69-16,-17 3-153 15</inkml:trace>
  <inkml:trace contextRef="#ctx0" brushRef="#br0" timeOffset="-97450.68">18420 8929 277 0,'0'0'79'0,"0"0"-72"16,0 0-7-16,0 0-24 15,-68 148-98-15</inkml:trace>
  <inkml:trace contextRef="#ctx0" brushRef="#br0" timeOffset="-97263.2">18165 9857 208 0,'0'0'105'15,"0"0"-76"-15,0 0-25 16,0 159 6-16,-16-113-2 15,-12 2 5-15,-4-4-5 16,0-5-8-16,-12 11-52 16</inkml:trace>
  <inkml:trace contextRef="#ctx0" brushRef="#br0" timeOffset="-97106.89">17989 10837 696 0,'0'0'27'0,"0"0"-26"0,37 128-1 16,-13-87-67-16,-9 0-17 16,14 5-1-16,-10-9-63 15,4 1-108-15</inkml:trace>
  <inkml:trace contextRef="#ctx0" brushRef="#br0" timeOffset="-96997.59">18297 11456 776 0,'0'0'69'16,"0"0"-67"-16,0 0 5 16,0 0-7-16,0 0-7 0,94 131-57 15,-94-112-205-15</inkml:trace>
  <inkml:trace contextRef="#ctx0" brushRef="#br0" timeOffset="-86432.18">7406 10297 163 0,'0'0'124'0,"0"0"-53"0,0 0-22 0,0 0 16 0,0 0-5 16,0 0-9-16,0 0-16 16,-29-2-8-16,29-4-6 15,0 0-1-15,-7-1-3 0,7-3 5 16,-8 6-10-16,8 1 4 15,0 3-15-15,-6 0 2 16,4 0-3-16,-6 3 1 16,-21 24 1-16,-11 17-2 15,-7 7 8-15,-5 4-3 16,12-5 0-16,32-11-3 16,8-10 2-16,0-13-8 15,55-13 4-15,22-3 0 16,23-26 0-16,15-24-5 15,1-8-10-15,-29-6-4 16,-35 3 8-16,-23 7 11 0,-29 10-6 16,-5 14 6-16,-63 18 1 15,-27 12 0-15,-13 3 3 16,8 29-8-16,14 10 10 16,33 4-7-16,40 0 1 15,13 2-41-15,21-13-128 16,39-6-133-16</inkml:trace>
  <inkml:trace contextRef="#ctx0" brushRef="#br0" timeOffset="-86244.24">7748 10476 308 0,'0'0'132'0,"0"0"-57"0,0 0-7 0,0 0-13 15,0 0-20-15,0 0-26 16,-131 118-3-16,154-98-6 16,22-2-17-16,-5-11-96 15,-1-7-188-15</inkml:trace>
  <inkml:trace contextRef="#ctx0" brushRef="#br0" timeOffset="-85947.36">8111 10667 137 0,'0'0'318'16,"0"0"-258"-16,0 0-15 16,0 0-12-16,-116 132-19 15,116-114-6-15,24-7-6 16,21-11 3-16,7 0-2 15,-4-19 0-15,-9-14-1 16,-7-7-2-16,-16 4 0 16,-16 1 1-16,0 7-1 15,-32 11 3-15,-21 10-8 0,-10 7 5 16,-5 0-14-16,5 19-36 16,18 4-105-16,13 0-133 15</inkml:trace>
  <inkml:trace contextRef="#ctx0" brushRef="#br0" timeOffset="-85322.03">8621 10451 218 0,'0'0'159'0,"0"0"-35"0,0 0-24 0,0 0-32 16,0 0-42-16,0 0-9 15,121 5 8-15,-34-3-16 16,-3-2-8-16,3 0 1 16,-21 5-2-16,-19-1-27 15,-31 8-91-15,-16-2-165 16</inkml:trace>
  <inkml:trace contextRef="#ctx0" brushRef="#br0" timeOffset="-85181.41">8645 10648 362 0,'0'0'136'0,"0"0"-119"16,0 0 7-16,0 0-2 16,252 49-16-16,-120-46-6 15,-16-3-48-15,-24 0-189 16</inkml:trace>
  <inkml:trace contextRef="#ctx0" brushRef="#br0" timeOffset="-84822.09">9939 10429 314 0,'0'0'125'16,"0"0"-36"-16,0 0 4 16,0 0-33-16,-100 162-41 15,116-123-9-15,55-17-4 16,26-19 0-16,27-3-4 15,7-41-2-15,-5-14-13 16,-28-8-2-16,-51-1 0 16,-39 9 8-16,-16 8 7 0,-63 14 3 15,-42 19-3 1,-5 14 0-16,-11 6-3 16,5 45 1-16,8 9-100 0,14 11-148 15</inkml:trace>
  <inkml:trace contextRef="#ctx0" brushRef="#br0" timeOffset="-84274.96">6683 9957 199 0,'0'0'86'0,"0"0"-29"0,0 0-2 0,0 0 21 16,0 0-33-16,0 0-11 15,-37-72-11-15,37 90-9 16,0 41 4-16,0 35 52 16,-26 32-15-16,-19 22-17 15,6 15-23-15,7 3-9 16,1 3-4-16,-6-12-56 15,13-28-114-15,-5-38-316 16</inkml:trace>
  <inkml:trace contextRef="#ctx0" brushRef="#br0" timeOffset="-83993.73">6291 11210 232 0,'0'0'139'0,"0"0"-126"0,0 0 0 16,205 19 56 0,-42-12-15-16,77-4-20 0,70 3 28 15,69-2-7-15,52 2-31 16,37 1-7 0,11 4-3-16,-6 3-10 0,-18 2-4 15,-47 3-3-15,-74-4-7 16,-74 1-11-16,-65-5 4 15,-64-4-3-15,-49-2 0 16,-32-3-8-16,-29-2-25 16,-21 0-43-16,-24 0-87 15</inkml:trace>
  <inkml:trace contextRef="#ctx0" brushRef="#br0" timeOffset="-83493.06">7122 9699 147 0,'0'0'224'16,"0"0"-94"-16,0 0-48 0,0 0 4 0,0 0-48 0,0 0 0 15,495 20-4-15,-111-2-22 16,26-2-8-16,21-8-3 16,3-8 1-16,5 0-2 15,1-18 0-15,-54-2 0 16,-54 6-10-16,-93 10-9 16,-84 4 18-16,-63 0 0 15,-55 28 2-15,-37 30-1 0,0 25 10 16,-45 23 20-16,-31 21 14 15,5 3-12-15,10 4-22 16,38-2-8-16,23-1-2 16,0-8-51-16,0-4-254 15</inkml:trace>
  <inkml:trace contextRef="#ctx0" brushRef="#br0" timeOffset="-80945.19">18357 11908 410 0,'0'0'130'0,"0"0"-80"0,0 0-19 0,0 0-10 0,0 0 11 16,0 0-18 0,0 0-5-16,-23-44-7 0,33 78-4 15,27 12-2 1,-13 8-29-16,-9 7-71 0,1 3-56 15,-16-7 7-15,0-6 124 16,0-10 29-16,-8-5 22 16,-15-5 60-16,2-6 1 15,2 2-34-15,6 2-24 16,10 2-20-16,3-1-2 16,0 4-3-16,0-2-5 15,0-3-60-15,3-1 4 0,5-9-65 16</inkml:trace>
  <inkml:trace contextRef="#ctx0" brushRef="#br0" timeOffset="-80820.28">18257 13106 670 0,'0'0'48'15,"0"0"-47"-15,0 0-1 16,-15 142-40-16,33-100-207 15</inkml:trace>
  <inkml:trace contextRef="#ctx0" brushRef="#br0" timeOffset="-79663.36">18144 12684 144 0,'0'0'124'0,"0"0"16"0,0 0-68 0,0 0-49 0,0 0-19 15,0 0 29 1,-23 71 2-16,36-30-17 0,-5-5-5 15,-6-15-9-15,3-8-3 16,3-13 8-16,16 0-8 16,21-31 6-16,18-15-3 15,8 1-1-15,-11 5-3 16,-15 13 6-16,-29 14 12 16,-8 8 41-16,-6 5-29 15,6 0-24-15,5 18-6 16,-2 23-2-16,-6 20 2 15,-5 10-42-15,0 2-179 16</inkml:trace>
  <inkml:trace contextRef="#ctx0" brushRef="#br0" timeOffset="-74628.68">21229 10232 447 0,'0'0'87'0,"0"0"-44"0,0 0-35 16,0 0-6-16,0 0 17 0,0 0 2 16,0 0 26-1,-37 0-18-15,37 0-11 0,0 4 3 16,0 3 0-16,13 4 11 15,40 8-13-15,36-1-3 16,64-2 2-16,63-3-5 16,68-3-9-16,18-6 8 15,6 3-12-15,-29-5 4 16,-40-2 1-16,-31 0 16 16,-37 0-1-16,-35 0-9 15,-36 0 4-15,-42 0 0 16,-29 0-5-16,-21 0-9 0,-8 0 4 15,0 0-5 1,-16 0 0-16,-5 0-31 0,3 6-61 16,10 6-33-16,8-5-306 15</inkml:trace>
  <inkml:trace contextRef="#ctx0" brushRef="#br0" timeOffset="-68097.43">20877 12407 225 0,'0'0'115'0,"0"0"-28"0,0 0-12 0,0 0 8 16,0 0-25-16,0 0 0 15,0 0-15-15,-11-60-18 16,11 60 2-16,-5 0-20 15,-11 9-7-15,-8 32 6 16,1 13 1-16,-1 9-5 16,16-2-2-16,8-7 0 15,8-14 0-15,47-18-1 16,6-16-3-16,23-6 1 16,-5-23-12-16,-11-22-2 0,-5-9-7 15,-26-3 17-15,-29 0-7 16,-8 6 14-16,0 7 1 15,-31 8-1-15,-17 16 2 16,-2 11-2-16,8 9 2 16,11 0-2-16,10 25 0 15,13 8-7-15,8 5-34 16,0-3-81-16,29-3-46 16,10-8-57-16</inkml:trace>
  <inkml:trace contextRef="#ctx0" brushRef="#br0" timeOffset="-67894.34">21376 12525 260 0,'0'0'163'0,"0"0"-68"15,0 0-17 1,0 0 7-16,0 0-32 0,-100 137-14 16,100-95-27-16,0-2-3 15,0 0-6-15,29-9-2 16,3-3-1-16,-1-5-14 15,9-17-78-15,-3-6-117 16,2-12-155-16</inkml:trace>
  <inkml:trace contextRef="#ctx0" brushRef="#br0" timeOffset="-67613.08">21647 12608 355 0,'0'0'146'0,"0"0"-96"15,0 0-24-15,0 0 57 16,0 0-10-16,0 0-37 16,-10 121-16-16,10-83-12 15,0-13-8-15,26-5 4 16,6-17-4-16,12-3-12 16,1-2-9-16,-6-25-6 15,-2-4 3-15,-18 7 22 16,-6 11 2-16,-13 5 8 15,0 8 5-15,0 0-1 16,2 0-12-16,6 21-1 0,8 9 0 16,5 8-28-16,3-9-132 15,13-11-182-15</inkml:trace>
  <inkml:trace contextRef="#ctx0" brushRef="#br0" timeOffset="-67425.61">22302 12684 614 0,'0'0'116'0,"0"0"-63"16,0 0-36 0,0 0-13-16,0 0-2 15,211-4-2-15,-114 4-18 0,-10 0-113 16,-19-6-259-16</inkml:trace>
  <inkml:trace contextRef="#ctx0" brushRef="#br0" timeOffset="-66940.76">22860 12481 208 0,'0'0'59'15,"0"0"-7"-15,0 0-9 0,0 0-1 16,0 0-14-1,0 0-4-15,107-135 25 0,-70 103-2 16,-5 3-10-16,-11 3-8 16,-13 9 6-16,-6 6-7 15,-2 5-6-15,0 6-1 16,0 6-13-16,-7 32-8 16,-28 26 22-16,-9 16 9 15,4 6-20-15,9 1-5 16,10-8-2-16,5-10-2 15,3-15-1-15,10-20-2 16,-5-10 1-16,8-14-6 16,0-10-19-16,0 0 6 15,0-31-13-15,19-6-70 16,25-6 48-16,1 4 20 16,-6 2 14-16,14 8 20 15,-11 10 0-15,8 8 29 0,-8 9 22 16,-2 2 3-16,-11 0 0 15,-14 0-28-15,-7 5-1 16,-8 5-3-16,0 4-8 16,-10 3 4-16,-32-2-6 15,7-3 1-15,-1 1-11 16,12-3-1-16,16 4-1 16,8-3-21-16,21-2-51 15,37-9-114-15,16 0-209 16</inkml:trace>
  <inkml:trace contextRef="#ctx0" brushRef="#br0" timeOffset="-66721.79">23614 12448 473 0,'0'0'159'0,"0"0"-87"0,0 0-66 0,0 0 9 0,208-19-3 15,-121 15-7-15,-3 4-5 0,-23 0-87 16,-32 0-236 0</inkml:trace>
  <inkml:trace contextRef="#ctx0" brushRef="#br0" timeOffset="-66628.03">23730 12553 410 0,'0'0'166'0,"0"0"-126"16,0 0-35-16,0 0 2 16,0 0-7-16,255 6-32 15,-163-6-245-15</inkml:trace>
  <inkml:trace contextRef="#ctx0" brushRef="#br0" timeOffset="-66159.33">24677 12289 107 0,'0'0'461'0,"0"0"-374"0,0 0-43 16,0 0-11-16,-176 121-10 15,176-70-17-15,0-7 1 16,23-17-7-16,46-19-5 16,7-8 2-16,3-25-13 15,-3-20 3-15,-13-9-21 16,-23 0-14-16,-27 6 35 16,-13 12 13-16,-24 9 7 15,-34 17 7-15,1 10-4 16,4 3-7-16,8 38-3 15,22 7-61-15,7-1-298 16</inkml:trace>
  <inkml:trace contextRef="#ctx0" brushRef="#br0" timeOffset="-66003.11">24793 12521 375 0,'0'0'226'0,"0"0"-149"16,0 0-24-16,0 0-22 15,0 0-9-15,0 0-18 16,-58 105-4-16,102-85-4 16,12-4-20-16,9-13-112 15,1-3-120-15</inkml:trace>
  <inkml:trace contextRef="#ctx0" brushRef="#br0" timeOffset="-65799.99">25195 12706 454 0,'0'0'153'16,"0"0"-95"-16,0 0-5 16,0 0-27-16,-124 126-9 15,140-126-3-15,55 0 16 16,29-43-8-16,8-8-20 16,-16 0-2-16,-32 10 5 15,-44 9-1-15,-16 16 0 16,-39 16-4-16,-66 0-13 15,-19 32-40-15,-2 15-183 0</inkml:trace>
  <inkml:trace contextRef="#ctx0" brushRef="#br0" timeOffset="-63580.84">22071 13243 288 0,'0'0'181'0,"0"0"-84"0,0 0-27 0,0 0-10 0,0 0-18 16,0 0-18 0,0 0-9-16,0 0-1 0,108-32-8 15,-40 31-5-15,-13-2 2 16,-2 3-6-16,-19 0-48 16,-13 0-100-16,-13 4-146 15</inkml:trace>
  <inkml:trace contextRef="#ctx0" brushRef="#br0" timeOffset="-63487.12">22157 13331 181 0,'0'0'219'0,"0"0"-88"16,0 0-102-16,0 0-15 15,0 0 2-15,206 17-16 16,-106-17-111-16</inkml:trace>
  <inkml:trace contextRef="#ctx0" brushRef="#br0" timeOffset="-62471.5">25234 13277 372 0,'0'0'184'0,"0"0"-69"0,0 0-72 0,0 0-25 0,0 0-16 15,232-76 0-15,-161 76-4 16,-26 0-95-16,-14 0-181 16</inkml:trace>
  <inkml:trace contextRef="#ctx0" brushRef="#br0" timeOffset="-62377.86">25429 13331 163 0,'0'0'213'0,"0"0"-91"16,0 0-105-16,0 0-6 16,224 4-11-16,-111-7-180 15</inkml:trace>
  <inkml:trace contextRef="#ctx0" brushRef="#br0" timeOffset="-61736.37">27165 12383 203 0,'0'0'154'0,"0"0"-15"0,0 0-65 0,0 0-23 0,0 0-22 16,0 0 45-1,45 71-35-15,-22-32-22 0,9-1-11 16,-11-10-3-16,-11-11-3 16,-2-4 2-16,-3-8 2 15,-2-4-4-15,2-1 2 16,11 0 1-16,8-23-3 16,21-11 1-16,2-6 0 15,-2 0 0-15,-6 5 4 16,-15 9-5-16,-14 12 0 15,-5 6 10-15,-5 8 27 16,0 0-17-16,0 0-18 0,8 12-2 16,0 26-4-16,13 11 3 15,6 9-15-15,-4-7-95 16,6-8-285 0</inkml:trace>
  <inkml:trace contextRef="#ctx0" brushRef="#br0" timeOffset="-61221.32">26368 12572 493 0,'0'0'141'0,"0"0"-52"0,0 0-26 0,0 0-16 16,0 0-36-16,0 0-11 15,0-19 0-15,18 15-22 16,24-7-67-16,8-12-90 16,3-8-199-16</inkml:trace>
  <inkml:trace contextRef="#ctx0" brushRef="#br0" timeOffset="-61078.49">26691 12320 551 0,'0'0'91'0,"0"0"-71"15,0 0-17-15,0 0-2 16,0 0-1-16,0 0-23 16,-21 134-85-16,37-90-152 0,-3-4-15 15</inkml:trace>
  <inkml:trace contextRef="#ctx0" brushRef="#br0" timeOffset="-60969.04">26699 12637 142 0,'0'0'135'16,"0"0"36"-16,0 0-47 16,0 0-79-16,0 0-41 15,0 0-4-15,0 15-55 16,3-3-127-16,5-1-63 16</inkml:trace>
  <inkml:trace contextRef="#ctx0" brushRef="#br0" timeOffset="-60203">28091 12553 606 0,'0'0'106'0,"0"0"-85"0,0 0-17 16,0 0-8-16,0 0-20 16,0 0-136-16,176 0-377 15</inkml:trace>
  <inkml:trace contextRef="#ctx0" brushRef="#br0" timeOffset="-59890.5">28482 12269 470 0,'0'0'159'15,"0"0"-72"-15,0 0-76 16,0 0-2-16,0 0-5 15,0 0-4-15,279-105-26 16,-200 77-44-16,-13 1-13 16,-27-1 34-16,-20 2 49 15,-6 10 6-15,-13 9 32 16,0 7 22-16,0 7-28 0,-16 33-14 16,-23 19 49-16,2 18-29 15,-3 9-23-15,1-3-9 16,-14 3-6-16,16-12 1 15,3-15-1-15,18-15-13 16,11-17-73-16,5-21-72 16,8-6-179-16</inkml:trace>
  <inkml:trace contextRef="#ctx0" brushRef="#br0" timeOffset="-59671.74">29016 12400 331 0,'0'0'150'16,"0"0"-95"-16,0 0-37 0,0 0 37 16,0 0 10-16,0 0-28 15,6-10-15-15,-12 24 0 16,-38 7 7-16,-6 5-19 16,5-6-10-16,13 2-2 15,27-3 2-15,5 0-8 16,24-6-51-16,44-4-73 15,22-9-199-15</inkml:trace>
  <inkml:trace contextRef="#ctx0" brushRef="#br0" timeOffset="-59437.46">29716 12364 521 0,'0'0'178'16,"0"0"-140"-16,218-44-34 16,-115 34 2-16,-14 10 2 15,-21 0-8-15,-36 0-113 16,-32 19-319-16</inkml:trace>
  <inkml:trace contextRef="#ctx0" brushRef="#br0" timeOffset="-59312.46">29758 12589 582 0,'0'0'114'0,"0"0"-109"16,0 0 3-16,329-26-7 16,-198 10-1-16,1-3-71 15,-17-3-72-15,-28 0-173 16</inkml:trace>
  <inkml:trace contextRef="#ctx0" brushRef="#br0" timeOffset="-59109.24">30589 12416 318 0,'0'0'245'0,"0"0"-188"0,0 0 33 16,-74 122-38-16,74-91-21 16,29-5-16-16,40-13-7 15,17-13 1-15,20-4-4 16,-6-33 0-16,-19-8-5 15,-31-6-1-15,-42 3-4 16,-8 3-13-16,-61 14-2 16,-54 17 5-16,-33 14-4 15,-15 7-24-15,-2 31-57 16,15 7-156-16</inkml:trace>
  <inkml:trace contextRef="#ctx0" brushRef="#br0" timeOffset="-58531.19">28106 12589 197 0,'0'0'194'0,"0"0"-85"15,0 0 15-15,0 0-17 0,0 0-34 0,0 0-22 16,-39-30-41-16,91 27-4 16,4-3 2-16,7 5-6 15,-18-1-2-15,-17 2-1 16,-17 0 1-16,-11 0-26 15,0 0-15-15,-55 9-18 16,-8 4-142-16</inkml:trace>
  <inkml:trace contextRef="#ctx0" brushRef="#br0" timeOffset="-57843.72">27039 13303 611 0,'0'0'143'0,"0"0"-101"0,0 0-36 0,0 0 2 16,0 0 13-16,23 140-8 16,-7-86-10-16,-5-6-3 15,-4-19 1-15,1-9-2 16,-2-14-26-16,15-6 2 16,-3-6 3-16,11-30-14 15,5-6 9-15,-5 0 20 16,-8 5 7-16,-5 12 5 15,-8 12 19-15,0 7 5 0,-6 6-6 16,6 0-11-16,0 6-11 16,8 19 3-16,0 11-3 15,-3 8-1-15,8 3-2 16,-3-9-76-16,3-14-252 16</inkml:trace>
  <inkml:trace contextRef="#ctx0" brushRef="#br0" timeOffset="-57640.55">27814 13403 667 0,'0'0'162'0,"0"0"-85"0,0 0-72 15,0 0 3-15,0 0-8 16,274-18 0-16,-200 29-84 16,-24 11-85-16,-40 0-355 15</inkml:trace>
  <inkml:trace contextRef="#ctx0" brushRef="#br0" timeOffset="-57499.61">27906 13577 432 0,'0'0'189'0,"0"0"-123"0,0 0-35 16,0 0-16-16,0 0 2 15,0 0-6-15,290-9-11 16,-209 3-6-16,-31 6-129 16,-34 0-176-16</inkml:trace>
  <inkml:trace contextRef="#ctx0" brushRef="#br0" timeOffset="-57186.95">28501 13355 635 0,'0'0'128'15,"0"0"-73"-15,0 0-51 0,0 0 3 16,205-55 0 0,-81 26-6-16,-14-7-1 0,-5-8-1 15,-21-8-27-15,-26-2-1 16,-21 0 25-16,-16 10 4 15,-21 12 1-15,0 14 2 16,0 14 19-16,0 4 7 16,-26 28-21-16,-6 27 0 15,1 21 27-15,4 6-14 16,6 9-16-16,0 0-2 16,-5-4-3-16,-6-7-3 15,-10-13-43-15,3-15-26 0,-1-17-96 16,17-20-246-1</inkml:trace>
  <inkml:trace contextRef="#ctx0" brushRef="#br0" timeOffset="-56968.17">29371 13409 522 0,'0'0'135'16,"0"0"-92"-16,0 0-26 15,0 0 16-15,0 0-6 16,0 0-4-16,-76 18 14 16,13 5-20-16,18-2-16 15,29-1-1-15,16-7-3 16,37 3 3-16,63-1-1 0,42-11-57 16,34-4-268-16</inkml:trace>
  <inkml:trace contextRef="#ctx0" brushRef="#br0" timeOffset="-52748.16">30273 13692 433 0,'0'0'154'0,"0"0"-109"0,0 0-41 0,0 0-2 0,0 0-1 16,0 0 1-16,0 0 5 16,234 42 11-16,-128-42 0 15,4 0-14-15,-2 0 5 16,5 0 2-16,-5-13-9 15,0-7 4-15,-8-4-6 16,-14-8 0-16,-1-13 0 16,-9-10 3-16,-5-11 1 15,0-7-3-15,-3-4-1 16,3-7-1-16,-5-11 1 16,-3-5 1-16,-8-3 0 15,-2 5-1-15,-14 4 4 16,1 10-3-16,-9 2 1 15,6-2-2-15,-8-8-3 0,-11 3 3 16,-2-3 0-16,-16 2 1 16,0 3 2-16,0 1 16 15,0-2 6-15,-31 0-8 16,-9-6-2-16,-12 5-5 16,-11 2-7-16,2 7 5 15,-7 8-7-15,5 7 3 16,2 7-1-16,11 4 3 15,-2 4-6-15,7 6 7 16,3-3-7-16,5 3 8 0,0-3-3 16,6 2 1-1,-1 0 2-15,-5 3 3 0,11 5 8 16,-3 0-14 0,5 3 2-16,3 5 2 0,5 3-2 15,1 1-4-15,-1 7 14 16,5-1-4-16,-4 4-11 15,-1-2 10-15,-5 1-4 16,8-4-4-16,-6 2 9 16,3 4-12-16,1 2 9 15,7 8-10-15,2 1 0 16,6 3-1-16,-7 0-4 16,-4 7 4-16,-10 25-4 15,-8 9 10-15,-10 7-5 16,-1 5 0-16,1 0 0 0,2-6-2 15,11-7 2-15,-1-10-2 16,12-8 2-16,7-9 0 16,5-6 1-16,-2-4-1 15,5-3-6-15,0 0 0 16,0-11 6-16,45-27 4 16,18-12-4-16,5-4 0 15,-8 3 1-15,-4 12 0 16,-17 13 2-16,-2 11-2 15,16 14-2-15,12 1-2 16,33 8 1-16,20 33-1 16,13 22 0-16,6 18-77 0,-21-3-71 15,-32-5-613-15</inkml:trace>
  <inkml:trace contextRef="#ctx0" brushRef="#br0" timeOffset="-50826.1">16482 14605 174 0,'0'0'99'0,"0"0"-9"0,0 0-11 0,0 0 10 0,0 0-24 15,0 0-12-15,-213-39-10 16,163 39-18-16,0 25 0 16,-8 8-6-16,-2 8 16 15,7 7 0-15,14 3-20 16,23-3-9-16,16-5-4 16,0-16-2-16,47-17 0 15,37-10-2-15,16-23-3 16,16-34-21-16,-21-10-2 15,-27-6 10-15,-28 6 10 0,-32 7 8 16,-8 21 0-16,-19 10 0 16,-41 22 8-16,-1 7-7 15,6 13 1-15,18 31-2 16,27 14-3-16,10 10-124 16,0-5-171-16</inkml:trace>
  <inkml:trace contextRef="#ctx0" brushRef="#br0" timeOffset="-50669.8">16598 14819 426 0,'0'0'174'0,"0"0"-94"0,0 0-51 16,0 0-19-16,0 0 29 16,0 0-24-16,0 137-9 15,10-96-6-15,22-2 0 16,10-10-53-16,-10-7-122 15,-9-13-169-15</inkml:trace>
  <inkml:trace contextRef="#ctx0" brushRef="#br0" timeOffset="-50403.79">16937 14997 368 0,'0'0'190'16,"0"0"-135"-16,0 0 5 0,0 0 22 15,0 0-37-15,0 0-18 16,-29 149-14-16,29-123-7 16,0-13-4-16,32-9 0 15,5-4-2-15,-6-2 2 16,14-22 7-16,-19 2-9 16,-5 3 0-16,-13 9 2 15,-8 7 8-15,3 3-8 16,10 0-2-16,3 29-5 15,7 15-3-15,6 7-53 16,-2-6-166-16</inkml:trace>
  <inkml:trace contextRef="#ctx0" brushRef="#br0" timeOffset="-50138.11">17618 14965 671 0,'0'0'116'0,"0"0"-79"16,0 0-34-1,0 0 4-15,261-6-1 0,-167 6-6 16,-17 6-30-16,-46 15-114 16,-31 6-283-16</inkml:trace>
  <inkml:trace contextRef="#ctx0" brushRef="#br0" timeOffset="-50028.82">17587 15227 79 0,'0'0'420'15,"0"0"-306"-15,0 0-104 16,0 0-10-16,276 0 0 15,-153-16-165-15,-20 0-224 16</inkml:trace>
  <inkml:trace contextRef="#ctx0" brushRef="#br0" timeOffset="-49559.82">19115 14977 460 0,'0'0'195'15,"0"0"-103"-15,0 0-26 16,0 0-18-16,0 0-28 16,-116 124-7-16,176-100-10 15,19-14 5-15,29-10-7 16,8-17 4-16,-8-33-5 15,-22-8 0-15,-33-9-6 16,-29 2 6-16,-24 5 1 16,-24 9-1-16,-60 15 0 0,-24 21 0 15,-10 15 0-15,10 22 0 16,16 30-4-16,29 14-12 16,26 10-57-16,29-14-80 15,8-8-230-15</inkml:trace>
  <inkml:trace contextRef="#ctx0" brushRef="#br0" timeOffset="-49356.71">19407 15077 318 0,'0'0'163'0,"0"0"-57"15,0 0-57-15,0 0 30 0,0 0-8 16,0 0-36-16,-14 118-9 15,14-81-12-15,0-2-11 16,40-2-1-16,12-5-2 16,17-2-7-16,7-8-63 15,3-7-89-15,-11-5-207 16</inkml:trace>
  <inkml:trace contextRef="#ctx0" brushRef="#br0" timeOffset="-49091.05">20040 15169 421 0,'0'0'200'0,"0"0"-113"16,0 0-40-16,0 0-10 16,0 0-12-16,-113 124-13 15,158-101-4-15,18-11-3 16,19-12-2-16,-11-6 0 15,0-29-3-15,-27-12 3 16,-20 4-3-16,-24 2-5 16,-32 10-1-16,-52 15 0 15,-39 15 2-15,-9 1-16 16,32 16-25-16,32 16-21 16,36 1-145-16</inkml:trace>
  <inkml:trace contextRef="#ctx0" brushRef="#br0" timeOffset="-47247.11">22247 8355 104 0,'0'0'24'0,"0"0"-3"0,-268-9 19 0,176 9-3 0,13 0-5 15,2 0 11-15,6 9-33 16,-5 4-4-16,0 6 3 16,0 0 24-16,-9 7 14 15,-1 3-17-15,-6 9-20 16,-3 4 13-16,-5 8-4 16,-5 5-6-16,-6 9 2 15,-4 11 17-15,-1 12-4 16,-5 15-11-16,3 9 1 15,10 4-6-15,21-1-5 16,13-11-2-16,24-3 2 0,8-2-6 16,16-4 13-1,5 1 1-15,10-3-6 0,6-5 0 16,5-4 2-16,5-4-8 16,45-5-1-16,24-2 2 15,5-1-3-15,13-1 3 16,0-3-2-16,8-6-2 15,3-7 1-15,4-3-2 16,6-7 1-16,-2-5 0 16,5 2 2-16,-9-8-2 15,9-5 3-15,0-6-3 16,0-6 1-16,-9 0 6 16,-4-12 4-16,5-1-7 15,13-3 4-15,10 0-1 16,9-6-6-16,12-15-1 0,-10-4 1 15,-10-6-1-15,-9-4 2 16,-10-1-2-16,-10-2 1 16,2-6-1-16,-13 3 0 15,-13-3 6-15,-3-2-6 16,-7 1 1-16,-11-9 3 16,2-7-2-16,-5-3-2 15,-10-3 0-15,16-4 0 16,-6 1 0-16,5-2 1 15,-5 1 0-15,1 4-1 16,-1-2 1-16,3-1 1 16,-8-5-2-16,2-1 0 0,-12-3 0 15,-17-5 0-15,-15-9 0 16,-8-12 0-16,0-10 3 16,-42-8-1-16,-18-1 3 15,-19-1 3-15,-21 3-5 16,-37 7 1-16,-50 10 1 15,-65 22 4-15,-66 29-4 16,-74 29-4-16,-39 25-1 16,-35 51-2-16,-5 50-22 15,24 24-144-15</inkml:trace>
  <inkml:trace contextRef="#ctx0" brushRef="#br0" timeOffset="-45230.48">21166 15092 624 0,'0'0'133'0,"0"0"-66"0,0 0-44 0,0 0-17 16,0 0 1-16,0 0-1 15,302-64 3-15,-202 57-9 16,-5 5-1-16,-11 2 0 16,-8 0-27-16,1 0-37 15,-22 0-67-15,-39 0-222 16</inkml:trace>
  <inkml:trace contextRef="#ctx0" brushRef="#br0" timeOffset="-45089.84">21613 14852 247 0,'0'0'305'0,"0"0"-192"16,0 0-60-16,0 0-32 15,0 0 0-15,0 0 28 16,-76 115-36-16,76-24-11 16,0 7-2-16,0-11-131 15</inkml:trace>
  <inkml:trace contextRef="#ctx0" brushRef="#br0" timeOffset="-43917.94">24701 9925 413 0,'0'0'128'0,"0"0"-82"0,0 0-43 0,0 0 1 15,0 0-4-15,239 0-6 16,-208 16-38-16,-15 3-90 16,-16-3-40-16,0 0 117 15,-31-3 57-15,-17-4 1 16,-4-3 35-16,4 4 9 16,4-3 5-16,20 2-9 15,16-2-16-15,8 6-19 16,0-2-6-16,61-1-14 15,25-9-105-15</inkml:trace>
  <inkml:trace contextRef="#ctx0" brushRef="#br0" timeOffset="-43261.04">28035 13970 483 0,'0'0'149'0,"0"0"-82"0,0 0-57 0,211-38 0 0,-153 38-10 15,-19 0-13-15,-23 3-86 16,-16 18-71-16,-29 4-57 16,-40 2 43-16,-4-8 184 15,12-6 6-15,22-7 172 16,10 3-37-16,29-4-65 15,0-3-56-15,8 4-4 16,39-6-16-16,6 0-95 16</inkml:trace>
  <inkml:trace contextRef="#ctx0" brushRef="#br0" timeOffset="-42135.86">22342 14831 342 0,'0'0'206'0,"0"0"-88"0,0 0-30 0,0 0-15 0,-16-118-8 16,16 118-36-16,0 1-28 16,0 32 2-16,0 16 1 15,16 11 9-15,-3 7-10 16,-3-4 0-16,-2-13-3 15,5-16 0-15,-5-14 4 16,0-14-4-16,-5-6 0 16,18-16 2-16,8-28-2 15,5-17-9-15,11-6 1 16,-6 11 8-16,-10 15 0 0,-11 14 0 16,-10 16 1-16,0 11-1 15,-3 0-2-15,3 23-1 16,8 22 3-16,-8 9 2 15,0 4-2-15,5 0 0 16,-3-8-55-16,-2-15-58 16,8-19-168-16</inkml:trace>
  <inkml:trace contextRef="#ctx0" brushRef="#br0" timeOffset="-41839.01">23167 14476 528 0,'0'0'167'0,"0"0"-89"0,0 0-63 0,0 0-1 0,0 0 27 16,0 0-9-16,98-9-2 15,-90 26-14-15,-8 5-7 16,0 0-2-16,-6 1-2 16,-9-8 0-16,7 0-5 15,8-4-7-15,0-1 0 0,39-4-27 16,22-6-38-16,15 0-75 16,0-10-330-16</inkml:trace>
  <inkml:trace contextRef="#ctx0" brushRef="#br0" timeOffset="-40964.11">23854 15189 532 0,'0'0'154'0,"0"0"-86"0,0 0-25 0,0 0-30 0,0 0-11 15,0 0 3-15,168 3 6 16,-81 8-9-16,-19 2-1 15,-31-5-1-15,-26 1-2 16,-11-2-8-16,-27 3 8 16,-49-1 1-16,-21 0 2 15,10-6-2-15,40 3-1 16,26-5-35-16,21-1-182 16</inkml:trace>
  <inkml:trace contextRef="#ctx0" brushRef="#br0" timeOffset="-39964.21">25474 14656 233 0,'0'0'177'0,"0"0"-33"15,0 0-70-15,0 0-47 0,0 0-17 16,0 0 49-16,37 91-10 15,-22-30-13-15,-7-4-9 16,0-11-23-16,-5-11-1 0,2-9 4 16,-2-12-7-16,2-10 2 15,-5-4-2-15,3 0 3 16,10-13 4-16,2-25-7 16,14-13-3-16,3-6 1 15,0 3-2-15,-9 13 2 16,-2 9 1-16,-10 21 2 15,-6 8 0-15,-5 3-1 16,0 0-1-16,3 33 1 16,2 14 11-16,-2 10-9 0,10 5-1 15,-5-5-1 1,7-6-18-16,9-10-64 0,-8-21-233 16</inkml:trace>
  <inkml:trace contextRef="#ctx0" brushRef="#br0" timeOffset="-39745.49">26168 14841 520 0,'0'0'177'0,"0"0"-119"15,0 0-45-15,0 0-2 0,279-23-9 16,-195 23-4-16,-13 0-83 16,-26 0-277-16</inkml:trace>
  <inkml:trace contextRef="#ctx0" brushRef="#br0" timeOffset="-39604.88">26741 14668 162 0,'0'0'306'0,"0"0"-191"16,0 0-99-16,0 0-6 0,0 0 10 16,0 0-14-1,0 167-6-15,0-117-10 0,0-18-159 16</inkml:trace>
  <inkml:trace contextRef="#ctx0" brushRef="#br0" timeOffset="-39354.9">27039 14436 30 0,'0'0'626'0,"0"0"-568"0,0 0-15 15,178 172 1-15,-117-103-14 16,-19 4 3-16,-21-4-23 16,-21 1-9-16,-24 0 6 15,-76 2-7-15,-44-7-23 16,-30-14-79-16,-10-13-276 16</inkml:trace>
  <inkml:trace contextRef="#ctx0" brushRef="#br0" timeOffset="-38932.99">25334 14328 266 0,'0'0'167'0,"0"0"-86"0,-278 66 18 0,186 24 18 16,28 37-33-16,38 23-15 16,26 12-31-16,90-1-31 15,36-18-7-15,26-35-68 16,4-38-199-16</inkml:trace>
  <inkml:trace contextRef="#ctx0" brushRef="#br0" timeOffset="-38385.7">27899 14602 391 0,'0'0'237'0,"0"0"-141"0,0 0-90 0,0 0 19 0,0 0 17 16,0 0-22-16,73 156-3 16,-62-120-11-16,2-11 1 15,-3-13-6-15,4-8-1 16,1-4 6-16,9 0-6 0,8-29 5 16,4-10-5-16,-4-2 0 15,-16 8 0-15,-3 15 5 16,-11 11 10-16,12 7 7 15,9 1-22-15,9 40-4 16,7 19 1-16,-2 5-81 16,-3-8-280-16</inkml:trace>
  <inkml:trace contextRef="#ctx0" brushRef="#br0" timeOffset="-37463.69">25487 15380 186 0,'0'0'134'0,"0"0"-7"0,0 0-6 15,0 0-38-15,0 0-15 16,0 0-32-16,-116 0-3 16,116 0-12-16,50 3-13 15,47 0 11-15,51-3 6 16,60 0-11-16,55 0 0 15,39 0-5-15,35 0 5 16,4-6 14-16,-14 0 0 0,-35 4-17 16,-56 2-4-16,-57 0-7 15,-55 0-2-15,-48 0-11 16,-50 0-47-16,-26 11-43 16,-63 4-102-16</inkml:trace>
  <inkml:trace contextRef="#ctx0" brushRef="#br0" timeOffset="-37198.15">27188 15632 630 0,'0'0'131'0,"0"0"-78"15,0 0 45-15,224 108-27 16,-187-71-26-16,-21-1-1 15,-16-1-5-15,-6-2-20 16,-51-4-2-16,-12-1-10 16,9-6-5-16,20-10-2 15,40-5-1-15,24-7-8 16,92 0-24-16,62 0-25 16,35-26-86-16,-5-8-130 15</inkml:trace>
  <inkml:trace contextRef="#ctx0" brushRef="#br0" timeOffset="-31633.19">18652 14802 104 0,'0'0'60'0,"0"0"-29"0,-137 173 6 0,121-117 1 0,16 0 3 15,0 0 8-15,0 3-6 16,0 4-4-16,13-2-20 15,-2-4-2-15,-6-4-9 16,-5-10-1-16,0 1-2 16,0-6 3-16,8 5-7 15,16 4 4-15,7 4 9 16,14 0 0-16,10-1-7 16,8-4-7-16,11-3 2 0,5-13 2 15,5-7 2-15,0-5 0 16,0-12 2-16,3-6 11 15,8 0-2-15,5 0 5 16,13-16-4-16,13-8-8 16,13-2-7-16,-2 1-2 15,-8 4-1-15,-26 2 0 16,-11 2-1-16,-16-1 1 16,-5-1 0-16,0-5 0 15,5-5-5-15,-7-12-1 0,2-11-16 16,-3-8 3-16,-5-15 4 15,3-7 3-15,-3-1 5 16,-8-2 4 0,-15 8-10-16,-25 2 9 0,-15 5 4 15,0-2 6-15,-34 1 17 16,-26-6 5-16,-11 2-7 16,-11 1-14-16,-5 10 1 15,-5 4 7-15,-2 12 1 16,-11 9 13-16,-27 21 7 15,-31 18-21-15,-32 0-13 16,-28 44-2-16,-24 24-5 16,-6 14-53-16,14 7-147 0,44-6-239 15</inkml:trace>
  <inkml:trace contextRef="#ctx0" brushRef="#br0" timeOffset="-31258.22">20803 13832 513 0,'0'0'121'0,"0"0"-88"0,0 0-6 16,0 0 8-16,-152 151-25 15,130-100-7-15,4 0-3 16,5-4-5-16,13-14-103 16,0-15-194-16</inkml:trace>
  <inkml:trace contextRef="#ctx0" brushRef="#br0" timeOffset="-31101.99">21261 13896 526 0,'0'0'108'16,"0"0"-78"-16,0 0 2 16,-248 90 1-16,209-52-25 15,23 0-8-15,16 1 0 16,0-11-92-16,48-18-240 0</inkml:trace>
  <inkml:trace contextRef="#ctx0" brushRef="#br0" timeOffset="-30881.53">21516 13887 546 0,'0'0'76'0,"0"0"-64"16,0 0-3-16,0 0-9 16,0 0 5-16,0 0-3 15,260 12-2-15,-173-59-19 16,-24-4-15-16,-34 10 32 15,-29 8 2-15,-8 16 7 0,-68 17-7 16,-19 10-1-16,-5 35-1 16,8 12-4-16,16 1-235 15</inkml:trace>
  <inkml:trace contextRef="#ctx0" brushRef="#br0" timeOffset="-29866.02">17287 16779 503 0,'0'0'153'0,"0"0"-121"0,0 0-16 0,237-21 16 15,-127 8-20-15,3 0-6 16,-26 10-6-16,-32 3-47 16,-42 0-160-16,-13 17-64 15,-60 7 180-15,-19-4 91 16,-13-1 35-16,16-4 88 15,23-6 83-15,37 1-95 16,16-2-71-16,24 2-36 16,65-1 2-16,22-1-6 15,18-8-101-15,-14 0-201 16</inkml:trace>
  <inkml:trace contextRef="#ctx0" brushRef="#br0" timeOffset="-29381.57">19028 16524 340 0,'0'0'189'0,"0"0"-90"16,0 0-54-16,0 0-6 16,0 0-4-16,0 0 14 15,-13 129-7-15,13-59-27 16,0-4-5-16,0-11-8 15,0-11 2-15,0-17-4 16,0-11-1-16,0-8 1 16,16-8 0-16,15-15 0 0,14-30 0 15,7-18-16-15,-2-4 12 16,-13 6 4-16,-16 14 3 16,-5 17-2-16,-8 13 1 15,-8 15 6-15,3 2-6 16,2 16-2-16,-3 31 0 15,6 18 1-15,-2 8-1 16,-4-3-19-16,6-4-64 16,5-13-122-16,-5-15-246 15</inkml:trace>
  <inkml:trace contextRef="#ctx0" brushRef="#br0" timeOffset="-28990.94">19848 16377 340 0,'0'0'232'0,"0"0"-102"0,0 0-53 0,0 0 1 16,0 0-32-16,0 0-46 15,85 4 14-15,-25 43 6 16,-28 7-16-16,-24-4 0 15,-8-6-3-15,-32-6 3 16,-21-9-4-16,22-6 0 16,10-1-1-16,21-7-48 15,29-9-29-15,57-6-81 16,35-6-198-16</inkml:trace>
  <inkml:trace contextRef="#ctx0" brushRef="#br0" timeOffset="-26724.4">21129 16692 14 0,'0'0'36'0,"0"0"19"0,0 0 26 0,0 0 31 0,0 0-21 16,0 0 15-16,0 0-16 16,-116 0-6-16,109 0-17 15,-1 0-24-15,2 0-19 16,6 3-17-16,0-3-7 16,43 0-1-16,43 0 1 15,22 0 2-15,-8 0-1 16,-24 0-1-16,-34 0-11 15,-26 0-3-15,-11 0 14 16,-5 0 1-16,-31 0 2 0,-53 3-2 16,-24 8-2-1,8 3 1-15,24-5 0 0,36 4-2 16,40-3-6-16,40-10-160 16,60 0-214-16</inkml:trace>
  <inkml:trace contextRef="#ctx0" brushRef="#br0" timeOffset="-25536.97">22410 16368 225 0,'0'0'165'0,"0"0"-68"0,0 0-30 0,0 0 2 15,0 0-8-15,0 0-27 16,29-27-25-16,-11 46 10 16,3 13 19-16,-2 11-16 15,-6 2-17-15,-5 1 2 16,0-9 1-16,0-3-7 15,-8-16-1-15,7-12 0 16,7-6-1-16,4 0-1 16,21-19-5-16,6-23-4 15,10-9-8-15,-10 5 8 16,-16 9 11-16,-18 12 2 0,-6 15-1 16,-5 4 4-16,0 6 5 15,0 0-10-15,0 32 0 16,0 6 1-16,8 13-1 15,7-3-1-15,9 0-44 16,2-19-180-16,1-7-217 16</inkml:trace>
  <inkml:trace contextRef="#ctx0" brushRef="#br0" timeOffset="-25208.95">23267 16070 419 0,'0'0'194'0,"0"0"-100"0,0 0-78 15,0 0 2-15,0 0 8 16,0 0-9-16,192 17-3 16,-192 10 1-16,-23 7 0 15,-33 0-3-15,-4-1-1 0,15-7-11 16,27-4 0-16,18-2-1 16,31-5-2-16,64-5-23 15,34-6-62-15,10-4-270 16</inkml:trace>
  <inkml:trace contextRef="#ctx0" brushRef="#br0" timeOffset="-22223.77">22365 17013 70 0,'0'0'60'0,"0"0"-26"0,0 0 2 0,0 0 8 16,0 0 6-16,0 0-2 16,-92-19-6-16,90 18 3 15,-4-2-9-15,-2-2-5 16,1 1-3-16,-1-2-1 16,0 0-8-16,5 2 7 15,-5-2-5-15,3 6-1 16,5-3 0-16,0 2 0 15,0 1 6-15,24-3-15 16,49-1-1-16,30-1 11 0,13-1-3 16,7-2-10-1,-7-1-6-15,7 1 1 0,-15 1-2 16,-5 6-1-16,-22 1-6 16,-25 0-128-16,-35 0-278 15</inkml:trace>
  <inkml:trace contextRef="#ctx0" brushRef="#br0" timeOffset="-21942.57">22960 17147 403 0,'0'0'177'0,"0"0"-135"15,0 0-23-15,0 0 41 16,0 0-12-16,0 0-18 15,100 121-9-15,-116-76 6 16,-47 2-4-16,-6-3-13 16,6-10-6-16,18-4 3 15,22-13-6-15,23-1-1 16,0-7-3-16,44-5 3 16,51-4 3-16,37 0-3 15,31-2-39-15,10-22-69 16,-18-6-347-16</inkml:trace>
  <inkml:trace contextRef="#ctx0" brushRef="#br0" timeOffset="-21426.86">24098 16875 453 0,'0'0'186'0,"0"0"-95"0,0 0-43 16,0 0-10-16,0 0-27 0,0 0 2 15,163-12-8-15,-63 12-5 16,-13 0-34-16,-26 0-192 15</inkml:trace>
  <inkml:trace contextRef="#ctx0" brushRef="#br0" timeOffset="-21036.14">24848 16422 423 0,'0'0'157'16,"0"0"-73"-16,0 0-56 16,0 0-9-16,0 0 25 15,0 0 11-15,10 107-26 16,6-53-16-16,5-3-13 15,-5-14-1-15,5-10 1 16,-5-16 2-16,2-11-2 0,19 0-25 16,10-35 23-16,14-18-12 15,7-5 11-15,-13 7 0 16,-10 13 3-16,-19 16 8 16,-12 12 9-16,-6 10 23 15,7 0-31-15,1 12-5 16,21 30 0-16,-6 16-4 15,-4 12-2-15,-6 4-60 16,0-14-113-16,-19-12-311 16</inkml:trace>
  <inkml:trace contextRef="#ctx0" brushRef="#br0" timeOffset="-20816.59">24924 16952 693 0,'0'0'121'0,"0"0"-93"15,0 0-15-15,0 0 25 16,332-51-13-16,-198 45-21 16,-13 5-4-16,-27 1-19 15,-38 0-89-15,-43 1-221 0</inkml:trace>
  <inkml:trace contextRef="#ctx0" brushRef="#br0" timeOffset="-20581.67">25295 17105 148 0,'0'0'420'0,"0"0"-352"16,0 0 26-16,0 0-16 15,263 63-16-15,-203-40-21 16,-20 3-4-16,-16-1-15 15,-24 5-8-15,0 4-7 16,-69-1 4-16,-18-1 11 16,11-6-17-16,31-9-4 0,45-6-2 15,37-5 0 1,89-6-5-16,59 0-7 0,43 0-66 16,14-16-40-16,-18-12-314 15</inkml:trace>
  <inkml:trace contextRef="#ctx0" brushRef="#br0" timeOffset="-18346.91">26670 16540 505 0,'0'0'127'0,"0"0"-79"0,0 0-42 0,0 0 0 0,232-44 3 0,-161 44-9 15,-5 0-32-15,-27 0-138 16,-28 19-199-16</inkml:trace>
  <inkml:trace contextRef="#ctx0" brushRef="#br0" timeOffset="-18253.16">26791 16725 3 0,'0'0'500'15,"0"0"-372"-15,0 0-111 16,0 0-8-16,0 0 1 16,248 0-10-16,-156 0-72 15,-19 0-238-15</inkml:trace>
  <inkml:trace contextRef="#ctx0" brushRef="#br0" timeOffset="-17784.47">27872 16381 106 0,'0'0'422'0,"0"0"-272"15,0 0-114-15,0 0-29 16,0 0 47-16,0 0-1 16,11 126-21-16,-11-72-14 15,0-4-13-15,0-12-4 0,5-12 4 16,-2-16-5-1,2-10 0-15,13 0 0 0,19-30 2 16,8-21-2-16,10-16-5 16,6 8 5-16,-19 7 3 15,-8 17-3-15,-16 13 0 16,-5 16 9-16,-13 3-1 16,8 3-8-16,3 5-1 15,10 28-4-15,10 15 6 16,1 13-2-16,7 5-6 15,6 0-77-15,-8-17-112 16,-13-18-269-16</inkml:trace>
  <inkml:trace contextRef="#ctx0" brushRef="#br0" timeOffset="-16252.56">19186 16263 92 0,'0'0'120'0,"0"0"-33"0,0 0-39 0,0 0-17 0,-219-31-1 15,188 31-17 1,7 6-8-16,-5 19-3 15,6 4 2-15,-9 3-2 16,-5 7-2-16,0 2-12 0,3 9-52 16,-3 3-26-16,-2 10 36 15,2 6-26-15</inkml:trace>
  <inkml:trace contextRef="#ctx0" brushRef="#br0" timeOffset="-16049.53">18828 17463 492 0,'0'0'16'0,"0"0"-16"0,0 0-388 15</inkml:trace>
  <inkml:trace contextRef="#ctx0" brushRef="#br0" timeOffset="-15220.1">19054 17587 323 0,'0'0'66'0,"0"0"3"0,-10 128-13 0,10-68-24 15,0-2-25-15,2-7-2 16,19-10-3-16,-2-8-2 16,2-8-7-16,-5-6-19 15,12-6 4-15,7-3 17 16,9-1 5-16,12 1 5 16,12-4 15-16,27 0 4 15,18 3-17-15,26-2-1 16,22-3-5-16,28 1 1 15,27-3 1-15,15 5-2 16,8-2-1-16,6 1 3 16,-27 3-3-16,-13 1 0 15,-26 0-2-15,0-3-21 0,-11 0-8 16,-13-2 0 0,-15 0-4-16,-27-5 18 0,-26 0 17 15,-8 0 1 1,-22 0 1-16,-17-12 12 0,-16-10 9 15,-9-6 11-15,-15-8-10 16,0-8-8-16,0 0-11 16,0 5 5-16,0 7 21 15,0 12-6-15,0 11-13 16,0 9-12-16,32 0-116 0,5 0-310 16</inkml:trace>
  <inkml:trace contextRef="#ctx0" brushRef="#br0" timeOffset="-13796.97">28685 16030 360 0,'0'0'87'16,"0"0"-74"-16,0 0-1 0,0 0 17 0,0 0 5 0,0 0 28 16,0 0 0-16,-47 151-15 15,-24-113-23-15,13-7-7 16,31-8 7-16,22-6-12 16,5-3-8-16,29-4 0 15,50-7-4-15,34-3-10 16,21 0-139-16,6-2-269 15</inkml:trace>
  <inkml:trace contextRef="#ctx0" brushRef="#br0" timeOffset="-13218.93">27764 16915 236 0,'0'0'148'0,"0"0"-34"0,0 0-17 0,0 0-8 0,0 0-20 16,0 0-22-16,11-32-21 15,65 27-14-15,40-3 13 16,23-1-8-16,14 5-14 16,-6-3 6-16,-2 4-9 15,-30 3-10-15,-28 0-58 16,-31 0-96-16,-35 13-264 16</inkml:trace>
  <inkml:trace contextRef="#ctx0" brushRef="#br0" timeOffset="-12953.29">28377 17019 170 0,'0'0'195'16,"0"0"-123"-16,0 0-33 16,0 0 80-16,0 0-20 15,0 0-30-15,129 90-15 16,-113-55-20-16,-16 9-3 15,0 7-12-15,-40-2 4 16,-36-3-2-16,5-6-7 16,5-11-5-16,32-10-8 15,21-7-1-15,13-2-2 0,21-5-2 16,71-5 3-16,48 0-7 16,23-2-37-16,15-20-39 15,-17-4-132-15</inkml:trace>
  <inkml:trace contextRef="#ctx0" brushRef="#br0" timeOffset="-11921.72">29774 16678 112 0,'0'0'245'0,"0"0"-121"0,0 0-85 0,0 0-15 0,0 0 27 15,0 0-18-15,236-39 2 16,-151 31-10-16,-14 1-4 15,-16 3-5-15,-18 1-2 16,-27 3-9-16,-10 0-3 16,0 0 6-16,-26 0 10 15,-35 0-14-15,-18 0-4 16,-5 0 1-16,8 0-1 16,23 0 2-16,22 0-1 15,23 0-1-15,8 0-3 16,16 7-33-16,47 0-41 15,21-4-316-15</inkml:trace>
  <inkml:trace contextRef="#ctx0" brushRef="#br0" timeOffset="-10937.19">31186 15990 343 0,'0'0'173'0,"0"0"-74"0,0 0-69 0,0 0 4 16,0 0 31 0,0 0-32-16,-26 78-8 0,26-51-22 15,0-2 3 1,0-6 0-16,0-9-4 0,0-1-1 16,2-6-1-16,14-3-1 15,13 0 1-15,8-3 1 16,2-17 3-16,-5-4-4 15,-5 4 0-15,-8 3 0 16,-13 6 4-16,-5 5-3 16,-3 6-1-16,5 0 6 15,3 0-6-15,8 10 0 16,2 20 4-16,6 8 1 16,-3 11-2-16,0 2-3 0,-10 1-46 15,2-11-111-15,-11-12-244 16</inkml:trace>
  <inkml:trace contextRef="#ctx0" brushRef="#br0" timeOffset="-10687.2">30870 16535 494 0,'0'0'193'0,"0"0"-102"0,0 0-74 0,0 0 2 16,266-26 5-16,-140 16-12 16,3 1-10-16,-5 6-2 15,-16 3-5-15,-37 0-69 16,-43 0-239-16</inkml:trace>
  <inkml:trace contextRef="#ctx0" brushRef="#br0" timeOffset="-10421.63">31210 16719 410 0,'0'0'145'16,"0"0"-55"-16,0 0 20 15,239 74-38-15,-158-34-25 16,-17 0-3-16,-25-5-15 16,-23 2-5-16,-16-4-10 15,-16-2 6-15,-47-4-3 16,-8-5 1-16,18-9-15 16,22-4-1-16,31-3-2 15,31-6-14-15,93 0-37 16,55 0-38-16,34-16-50 15,2-19-424-15</inkml:trace>
  <inkml:trace contextRef="#ctx0" brushRef="#br0" timeOffset="-6672.02">22741 18195 353 0,'0'0'181'0,"0"0"-85"0,0 0-18 15,0 0-10-15,208-53-19 16,-105 37-18-16,10 0-15 16,-11-2-6-16,-18 7-4 0,-13 3-6 15,-26 7-2 1,-24 1-16-16,-21 0-75 0,-21 18-130 15</inkml:trace>
  <inkml:trace contextRef="#ctx0" brushRef="#br0" timeOffset="-6531.41">22833 18394 205 0,'0'0'451'0,"0"0"-401"15,0 0-38-15,0 0 25 16,295-13-17-16,-179 5-20 15,-16 8-4-15,-22 0-138 16,-17 0-461-16</inkml:trace>
  <inkml:trace contextRef="#ctx0" brushRef="#br0" timeOffset="-5906.46">24524 17975 192 0,'0'0'150'0,"0"0"6"0,0 0-32 0,0 0-27 15,-68-121-25-15,68 113-13 16,0 8 1-16,0 0-20 16,0 9-36-16,29 29 14 0,5 19 17 15,-5 13-30 1,-5 5-4-16,-8 1-2 0,-9 0-45 15,-7-8-57-15,0-10-98 16,-31-14-393-16</inkml:trace>
  <inkml:trace contextRef="#ctx0" brushRef="#br0" timeOffset="-5656.37">24014 18521 491 0,'0'0'176'15,"0"0"-70"-15,0 0-20 16,0 0-34-16,0 0-48 16,234-19 23-16,-65 12-13 15,-1 5-14-15,-34 2 0 16,-29 0-32-16,-42 0-56 15,-39 0-121-15,-24 0-349 16</inkml:trace>
  <inkml:trace contextRef="#ctx0" brushRef="#br0" timeOffset="-5374.56">24493 18627 243 0,'0'0'275'16,"0"0"-162"-16,0 0-58 15,0 0 32-15,0 0-16 16,0 0-34-16,147 17 0 16,-139 5-10-16,-8 2-18 0,0 6 5 15,-32 5 2 1,-15-4-3-16,2-5-12 15,32-6-1-15,13-2-2 0,8-1 1 16,61-8-4-16,28-3-19 16,13-6-59-16,-2 0-54 15,-21-15-467-15</inkml:trace>
  <inkml:trace contextRef="#ctx0" brushRef="#br0" timeOffset="-4419.67">25474 17897 347 0,'0'0'191'0,"0"0"-107"0,0 0 0 0,0 0-41 16,0 0-4-16,0 0-15 0,-76-38-6 16,36 96-11-16,-7 27 82 15,-6 17-51-15,22 10-11 16,15-1-11-16,16-3-15 16,2-11 0-16,51-9 2 15,8-14-6-15,2-16-59 16,13-15-38-16,-13-22-96 15,-10-21-345-15</inkml:trace>
  <inkml:trace contextRef="#ctx0" brushRef="#br0" timeOffset="-4074.36">25682 18245 480 0,'0'0'127'16,"0"0"-89"-16,0 0-30 16,0 0 58-16,0 0-14 15,0 0-19-15,92 101-3 16,-77-68-9-16,-4-5-15 16,5-11-2-16,-3-6-3 15,-5-10-1-15,15-1 5 0,14-9-4 16,11-24 6-16,7-7-6 15,-16 4 0-15,-2 3 1 16,-13 12-2-16,-11 8 7 16,-3 9 34-16,-2 4-20 15,8 0-21-15,-3 17 0 16,3 24-1-16,5 10-2 16,-5 10 2-16,2 0-77 15,11-14-28-15,-5-18-353 16</inkml:trace>
  <inkml:trace contextRef="#ctx0" brushRef="#br0" timeOffset="-3152.03">26444 17925 293 0,'0'0'188'0,"0"0"-73"0,0 0-9 0,0 0-25 15,0 0-36-15,0 0-36 16,24-28 2-16,26 36 14 16,-5 8-5-16,-9 4-6 15,-12-4-9-15,-16-2-4 0,-8-2 2 16,0-3 6-16,0 1-9 16,-13-4 2-16,-3-2 4 15,8-1-2-15,8 2-4 16,0 3-6-16,29-2-10 15,47 4-30-15,27-8-85 16,10-2-238-16</inkml:trace>
  <inkml:trace contextRef="#ctx0" brushRef="#br0" timeOffset="-2620.92">26970 18400 19 0,'0'0'484'0,"0"0"-338"0,0 0-30 16,0 0-8-16,0 0-7 0,0 0-60 15,24-46-36-15,60 45-5 16,8 1 0-16,-13 0-33 16,-24 0-94-16,-23 9-153 15</inkml:trace>
  <inkml:trace contextRef="#ctx0" brushRef="#br0" timeOffset="-2324.08">27517 18200 413 0,'0'0'252'15,"0"0"-161"-15,0 0-83 0,0 0 34 16,0 0 9-16,0 0-25 16,95 89-16-16,-82-63-4 15,-2-7-3-15,2-6-3 16,-5-6 3-16,7-7-7 15,9 0 4-15,5-8-9 16,5-17-3-16,-10 5 12 16,-3 5 0-16,-13 8 1 15,0 7 12-15,5 0-8 16,3 6-5-16,7 24 0 16,4 14 1-16,-4 7-4 15,-2 3-85-15,-8-12-225 16</inkml:trace>
  <inkml:trace contextRef="#ctx0" brushRef="#br0" timeOffset="-2105.36">28183 17915 644 0,'0'0'92'0,"0"0"-53"15,207 121 39-15,-130-47 4 16,-30 7-24-16,-39 3-45 16,-8 7-10-16,-55 4-3 0,-53-6-15 15,-21-12-78-15,3-23-115 16</inkml:trace>
  <inkml:trace contextRef="#ctx0" brushRef="#br0" timeOffset="-1714.51">29671 17999 242 0,'0'0'230'0,"0"0"-108"16,0 0-26-16,-208-31-9 16,116 31-22-16,0 31-10 15,8 16-2-15,26 11-13 16,21 8-17-16,30-4-9 15,7-2-12-15,23-12 1 16,32-9-3-16,14-17 0 16,-9-7-16-16,-12-11-44 15,-4-4-13-15,-20-3-19 0,-13-23-63 16,-11-3-122-16,-11-3-54 16</inkml:trace>
  <inkml:trace contextRef="#ctx0" brushRef="#br0" timeOffset="-1620.8">29179 18242 242 0,'0'0'355'0,"0"0"-189"15,0 0-104-15,0 0-43 16,0 0-11-16,248-17 1 16,-120 17-9-16,-4 0-14 15,-24 0-72-15,-24 0-215 16</inkml:trace>
  <inkml:trace contextRef="#ctx0" brushRef="#br0" timeOffset="-1323.95">29966 18050 443 0,'0'0'205'0,"0"0"-129"16,0 0-63-16,0 0 46 15,0 0-5-15,-56 153-29 16,56-96-7-16,16 1-12 16,39-20-6-16,14-12 1 15,18-17 2-15,5-9-3 16,0-15-9-16,-13-32-8 15,-22-13 10-15,-25-12 5 0,-32-5-4 16,0-3-4 0,-45 8 10-16,-23 11 0 0,-11 19 2 15,16 23 17 1,2 19-8-16,14 13-11 0,8 38-6 16,2 17-34-16,8 0-132 15,13-4-362-15</inkml:trace>
  <inkml:trace contextRef="#ctx0" brushRef="#br0" timeOffset="-1011.48">30928 17718 502 0,'0'0'171'15,"0"0"-96"-15,0 0-43 16,0 0 4-16,0 0 29 16,-168 166-18-16,144-71-14 15,16 5-11-15,8-8-14 16,0-6-4-16,40-9-4 15,4-10-43-15,-1-10-64 16,-1-24-128-16,-11-22-362 16</inkml:trace>
  <inkml:trace contextRef="#ctx0" brushRef="#br0" timeOffset="-682.62">31178 18090 493 0,'0'0'170'0,"0"0"-85"15,0 0-27-15,0 0-3 16,0 0-35-16,0 0 2 16,16 55 14-16,-3-22-30 0,-3-1-3 15,-4-7-1-15,10-9-1 16,-11-3 1-16,-3-8-2 15,4-5 1-15,2 0 7 16,10-11 0-16,3-9-5 16,-3-3-2-16,-2 11 3 15,-11 4 5-15,3 8 7 16,6 0-16-16,-4 2-1 16,3 29 0-16,-5 11-5 15,-8 13-41-15,0-4-57 16,0-10-166-16</inkml:trace>
  <inkml:trace contextRef="#ctx0" brushRef="#br0" timeOffset="-401.41">31746 17888 604 0,'0'0'164'0,"0"0"-121"16,0 0-40-16,0 0 54 15,0 0 11-15,0 0-22 16,50 36-5-16,-45-9-27 0,-5 5-3 16,0-3-10-1,3-5-1-15,2-4 0 16,3-10-19-16,0-3-67 0,5-7-17 15,19 0-79-15,10-17-277 16</inkml:trace>
  <inkml:trace contextRef="#ctx0" brushRef="#br0" timeOffset="-245.18">32212 17846 503 0,'0'0'216'15,"0"0"-168"-15,0 0 44 16,0 0 34-16,186 172-16 0,-133-95-25 15,-24 2-73 1,-29 5-12-16,-69 8-4 16,-117-12-149-16,-130-10-305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2:20:50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7425 8365 0,'-59'0'0,"0"0"31,59-30 1,-58 30-17,87 0 17,59 0-17,59 0-15,-30 0 16,-29 0-1,30 0-15,-60 0 0,-28 0 16</inkml:trace>
  <inkml:trace contextRef="#ctx0" brushRef="#br0" timeOffset="1068.05">10360 8306 0,'58'0'62,"1"0"-46,0 0 0,29 0-16,29 0 15,-29 0-15,-29 0 16,29 0-16,-30 0 31</inkml:trace>
  <inkml:trace contextRef="#ctx0" brushRef="#br0" timeOffset="2536.67">14351 8335 0,'-118'0'0,"148"0"62,28 0-62,1 0 16,0 0-16,-1 0 15,31 0 1,-1 0 0</inkml:trace>
  <inkml:trace contextRef="#ctx0" brushRef="#br0" timeOffset="3763.98">20015 8277 0,'-88'-30'15,"58"30"1,-28 0 15,-1 0 0,118 0 47,29 0-62,0 0-16,88 0 16,-29 0-16,-30 0 15,0 30-15,-29-30 16,30 0-16,29 0 16,-30 0-16,30 58 15,-59-58-15,-30 0 16,1 0-16,0 0 0,-1 0 15</inkml:trace>
  <inkml:trace contextRef="#ctx0" brushRef="#br0" timeOffset="6422.34">7278 11241 0,'-59'0'0,"89"0"156,116 0-125,-116 0-31,87 0 0,-29 0 16,0 0 0,0 0-16,30 0 0,-30 0 15,-30 0-15,1 0 16,-30 0-16,30 0 15</inkml:trace>
  <inkml:trace contextRef="#ctx0" brushRef="#br0" timeOffset="7566.78">7249 7161 0,'-59'0'0,"0"0"16,1 0-1,-1 0 1,0 0 15,59 30-31,-29-30 16,29 88-16,-88-30 15,88 1-15,0 0 16,-59 0-16,59-1 16,0 1-16,0 0 15,0-1 1,0 1-16,0 0 0,0 0 16,30-1-16,-30 1 15,88 29 1,-30-29-1,1-59-15,0 0 16,-1 0-16,-28 0 16,58-30-16,-30 30 15,1-58-15,0 58 16,-59-88-16,88 88 0,-88-88 16,0 29-1,59 0-15,-59 0 16,0 1-16,0-1 0,0 0 15,0-29-15,0 30 16,-30-1-16,30 0 0,-59 59 16,59-88-1,-58 0-15,-1 88 32,-29 0-32,0 88 15,29 0 1,1 59-1,-30-59-15</inkml:trace>
  <inkml:trace contextRef="#ctx0" brushRef="#br0" timeOffset="8397.37">7982 11153 0,'59'-58'47,"58"58"-47,-58 0 0,0-59 31,0 59-31,-1 0 16</inkml:trace>
  <inkml:trace contextRef="#ctx0" brushRef="#br0" timeOffset="8541.25">8041 11359 0,'29'0'16,"30"-30"0,29 30-16,0-58 15,30 58-15,-60-59 0</inkml:trace>
  <inkml:trace contextRef="#ctx0" brushRef="#br0" timeOffset="11058.8">10037 11388 0,'-59'0'16,"147"0"31,-29 0-47,29 0 15,-30 0-15,1 0 0,0 0 16</inkml:trace>
  <inkml:trace contextRef="#ctx0" brushRef="#br0" timeOffset="11560.54">10917 11183 0,'0'-30'16,"88"30"-1,-29 0-15,29 0 16,-29 0-16,-1 0 16,-58 30-1,-58 28-15,-30 1 16,29-59 0,88 0 15,30 0-31,29 0 15,-29 0-15</inkml:trace>
  <inkml:trace contextRef="#ctx0" brushRef="#br0" timeOffset="15364.96">13734 8247 0,'-58'0'15,"-1"0"-15,88 0 63,59 0-63,0 0 0,1 0 15,28 0-15,-58 0 16,-30 0 0,30 0-16</inkml:trace>
  <inkml:trace contextRef="#ctx0" brushRef="#br0" timeOffset="15531.03">13764 8424 0,'29'0'31,"30"0"-15,29 0-16,0 0 16,0-59-16,-29 59 15</inkml:trace>
  <inkml:trace contextRef="#ctx0" brushRef="#br0" timeOffset="16637">14409 11183 0,'30'0'15,"58"0"17,-29 0-32,-1 0 0,1 0 15,-30 0 1</inkml:trace>
  <inkml:trace contextRef="#ctx0" brushRef="#br0" timeOffset="16739.45">14439 11300 0,'117'0'32,"-58"0"-32,29 0 15</inkml:trace>
  <inkml:trace contextRef="#ctx0" brushRef="#br0" timeOffset="18938.63">19692 7954 0,'-59'0'16,"59"59"93,0-1-109,-58 1 16,58 58-16,0-29 0,0 30 15,0 29 1,0-59-16,0 29 16,0 30-16,0-59 0,0 0 15,0 29-15,0-87 16,0 28 0,0 60-16,0-30 15,-59-29 1</inkml:trace>
  <inkml:trace contextRef="#ctx0" brushRef="#br0" timeOffset="19228.48">19310 9451 0,'-58'29'16,"58"30"0,0 0-16,0 29 15,0-30-15,58 1 16,60-59-16,-30 0 15,0 0-15,0 0 16,0 0-16,29-59 16,-29 1-16,-88-89 15</inkml:trace>
  <inkml:trace contextRef="#ctx0" brushRef="#br0" timeOffset="25540.24">21717 7396 0,'0'-59'15,"-59"59"1,0 0 31,59-58-32,0 87 17,-58-29-17,58 88-15,-59 0 32,59-29-32,0 29 15,-59-88-15,59 59 16,0-1-1,0 1 1,30 0 0,-30 0-1,58-59-15,-58 58 16,59-58 0,-59 59-16,59-59 15,0 0 1,-1 0-1,60 0 1,-60 0-16,-58-29 16,88 29-16,-88-59 0,59 59 15,-59-59 1,0 0 0,0-58-1,0 58-15,0 1 0,59-30 16,-59-30-1,0 59-15,0 30 16,-59-88-16,0 117 0,-29 0 31,-58 0-31,58 0 16,29 0-16,0 0 16,59 29-16,-59 59 15,59 59-15,-58-88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2:17:48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6750 8159 0,'-59'0'94</inkml:trace>
  <inkml:trace contextRef="#ctx0" brushRef="#br0" timeOffset="15325.74">6104 9480 0,'0'30'109,"59"-30"-78</inkml:trace>
  <inkml:trace contextRef="#ctx0" brushRef="#br0" timeOffset="15525.72">6339 9216 0,'59'0'31</inkml:trace>
  <inkml:trace contextRef="#ctx0" brushRef="#br0" timeOffset="15677.35">6456 9451 0,'-29'0'16,"29"59"-1</inkml:trace>
  <inkml:trace contextRef="#ctx0" brushRef="#br0" timeOffset="16475.78">7572 8776 0,'0'-59'0,"-30"118"79,30-1-79,-59 60 0,59-1 15,-117-29-15,117 30 16,0-30-1,0-29-15,0-1 0,0 30 16,0-29 0,29-59-1,59 0 1,30 0 0</inkml:trace>
  <inkml:trace contextRef="#ctx0" brushRef="#br0" timeOffset="16765.91">7366 9245 0,'59'0'16,"-59"-58"-1,88 58-15,-29 0 16,-1 0-16,1 0 15</inkml:trace>
  <inkml:trace contextRef="#ctx0" brushRef="#br0" timeOffset="17260.3">7865 9333 0,'0'59'62,"0"29"-46,59-88-16,-59 59 16,0 0-1,88-59 32,-88-30-47,58 30 16,-58-58-16,59 58 15,-59 58 48,59 60-48</inkml:trace>
  <inkml:trace contextRef="#ctx0" brushRef="#br0" timeOffset="18664.4">8804 9333 0,'118'0'47,"-30"0"-31,-30 0-16,1 0 15,0 0 1</inkml:trace>
  <inkml:trace contextRef="#ctx0" brushRef="#br0" timeOffset="19677.73">9802 8952 0,'29'0'63,"-29"-59"-48,59 59 1,-30 0 0,89 0-1,-30 0 1,-30 0-1,1 30 1,-59 28 15,-29-58-31,29 147 16,-118-147-16,118 59 16,-58-59-16,58 58 15,-88 1-15,88 0 31,29-59-15,59 59 0,0-59-1,-88 58-15,59-58 16,-59 59 0,0 0-1,-88-59 1,58 0-16,-58 58 15,30-58-15,28 0 16,-28 0-16,-1 0 16</inkml:trace>
  <inkml:trace contextRef="#ctx0" brushRef="#br0" timeOffset="20919.41">10917 8776 0,'0'-59'16,"0"176"46,-59-28-46,59 28-16,-88 88 0,88-87 16,0-30-16,0 29 15,0-58-15,0 0 16,88-59-1,30 0 1,-60 0-16,1-59 16</inkml:trace>
  <inkml:trace contextRef="#ctx0" brushRef="#br0" timeOffset="21132.37">10829 9216 0,'-59'0'0,"89"0"31,87 0-15,-58 0-1,-1-59-15,1 59 16,0 0-16</inkml:trace>
  <inkml:trace contextRef="#ctx0" brushRef="#br0" timeOffset="21473.16">11211 9363 0,'0'59'15,"0"-30"1,0 30 0,0-1-1,58-58-15,1 0 32,0 0-17,-59-29-15,58 29 0,-58-59 16,59 1-1,-59 87 32,0 118-31,0-89-16,0 1 16,59 0-16</inkml:trace>
  <inkml:trace contextRef="#ctx0" brushRef="#br0" timeOffset="21721.83">11944 9510 0,'88'0'31,"-29"29"-15,0-29-16,-1 0 16,1 0-16</inkml:trace>
  <inkml:trace contextRef="#ctx0" brushRef="#br0" timeOffset="21897.9">12443 9392 0,'0'88'31,"0"-29"-31,0 0 15,0 29-15,0-30 16</inkml:trace>
  <inkml:trace contextRef="#ctx0" brushRef="#br0" timeOffset="23187.21">13558 9392 0,'88'0'47,"0"0"-47,-29 0 0,0 0 15</inkml:trace>
  <inkml:trace contextRef="#ctx0" brushRef="#br0" timeOffset="24115.84">14762 8805 0,'0'29'15,"0"30"1,0 0-16,-59-59 0,59 88 16,29 0-1,59-88 1,-29 88-16,29-88 16,29 0-16,-29 0 0,-29 0 15,-59-29 1</inkml:trace>
  <inkml:trace contextRef="#ctx0" brushRef="#br0" timeOffset="24341.09">15202 8952 0,'-59'29'31,"59"30"-31,-59 0 16,59-1-16,0 1 15,-88 29-15,88 30 0,0-30 16,0-30 0</inkml:trace>
  <inkml:trace contextRef="#ctx0" brushRef="#br0" timeOffset="24769.45">15701 8600 0,'-30'88'32,"30"0"-17,-58 59-15,58-30 16,0 30-16,0-30 16,0-29-16,0-29 15,29 0-15,-29-1 16,59-58-1</inkml:trace>
  <inkml:trace contextRef="#ctx0" brushRef="#br0" timeOffset="24967.79">15671 9099 0,'59'0'32,"0"-59"-32,-1 59 15,1 0 1,0 0-16</inkml:trace>
  <inkml:trace contextRef="#ctx0" brushRef="#br0" timeOffset="25279.23">15965 9275 0,'0'88'0,"0"-29"31,59-59-16,29 0 1,-30 0 0,-58-30-16,59 30 15,-59 30 48,59 87-48</inkml:trace>
  <inkml:trace contextRef="#ctx0" brushRef="#br0" timeOffset="25610.9">16552 9510 0,'58'0'47,"1"0"-47,29 0 16,-29 0-1,0 0-15</inkml:trace>
  <inkml:trace contextRef="#ctx0" brushRef="#br0" timeOffset="26058.01">17403 9187 0,'59'0'16,"29"0"0,-30 58-1,-58-28 1,0 87-16,-29-117 16,29 59-1,-88-59-15,88 59 16,59-59 15,58 0-15,-29 0-16,0 0 0,-29 0 15</inkml:trace>
  <inkml:trace contextRef="#ctx0" brushRef="#br0" timeOffset="26655.64">18929 9069 0,'59'0'31,"-1"0"-15,1 0-16,58 0 0,-87 0 15,28 0-15,1 0 16</inkml:trace>
  <inkml:trace contextRef="#ctx0" brushRef="#br0" timeOffset="26903.63">19017 9363 0,'29'0'31,"59"0"-15,-29 0-16,0 0 15,-1 0-15,1 0 16</inkml:trace>
  <inkml:trace contextRef="#ctx0" brushRef="#br0" timeOffset="27457.82">20103 9157 0,'0'-58'15,"0"146"32,-30-88-47,30 88 16,0-30-1,0 1-15,59-59 16,0 0 0,0 0-16,-1 0 15,1 0-15,-59-88 16,88 88-16,-88-88 0,0 29 15,0 1-15,0-1 16,-59 59-16,1 0 16,-60 0-1,89 0 1,-59 88-16,29-88 16</inkml:trace>
  <inkml:trace contextRef="#ctx0" brushRef="#br0" timeOffset="39581.47">10183 6956 0,'0'-59'0,"0"0"32,30 1-17,-30-1 17,58 59 46,-58-59 47,-29 59-125,-30 0 15,30 0 1,-59-58 0,0 58-1,-29 0 1,58 0-16,0 0 15,-58-59 1,29 59 0,0 0-1,88-59-15,-59 59 16,0 0 0,1 0-1,-30 0 1,0 0-1,0 0 1,29 0-16,0 0 16,0 0-16,1 30 15,-1-30-15,0 0 0,1 0 16,58 58-16,-88-58 16,0 0-1,29 0 1,0 0-1</inkml:trace>
  <inkml:trace contextRef="#ctx0" brushRef="#br0" timeOffset="39799.41">8247 6486 0,'0'-58'0,"-59"58"15,-29 29 1,29-29 0,-29 147-16,88-89 15,-59 1-15,59 0 16,0-1-16,0 31 15,30-31 1,58-58 0,29-29-16</inkml:trace>
  <inkml:trace contextRef="#ctx0" brushRef="#br0" timeOffset="40927.14">13852 6457 0,'0'-59'47,"-59"59"-32,0 0-15,59-59 16,-88 59-1,30 0-15,-1 0 16,0 0-16,-29 0 16,-58 0-16,57 0 0,1 0 15,-29 0 1,29 0-16,0 0 0,29 0 16,1 0-1,-1-58-15,0 58 0,1 0 16,-1 0-16,0 0 15,0 0-15,-29-59 16,30 59-16,-30 0 16,0 0-16,29 0 15,-29 0-15,-30 0 16,30 0-16,30 0 16,-30 0-16,29 0 15,0 0-15,1 0 16,-1 0-16,-29 29 15,29-29-15,0 0 0,1 0 16,-1 0 0,-29 59-16,29-59 0,1 0 15,-1 88-15,0-88 16,1 0-16,-1 0 16,59 30-16,-88-30 15,0 0 1,29 0-16,59 58 15,-88-58-15,88 59 32</inkml:trace>
  <inkml:trace contextRef="#ctx0" brushRef="#br0" timeOffset="41131.31">10301 6339 0,'-88'0'16,"-30"0"-1,118 59-15,-58 0 16,58 29-16,0 29 16,0-29-16,117 59 0,59-29 15,59-30-15,58-88 16,-28-59-16</inkml:trace>
  <inkml:trace contextRef="#ctx0" brushRef="#br0" timeOffset="47813.03">7924 4666 0,'0'-58'0,"-30"58"16,30-59 30,-29 59-30,-30 0 47,1 0-48,-1 0 16,0 0-15,1 0 0,-1 0-1,59 29-15,-59-29 16,0 0 0,59 59-1,-58-59-15,-1 0 16,-29 59-1,29-59 1,-29 58 0,0-58-1,88 59-15,-117-59 16,29 0 0,88 59-16,-59-59 15,0 0 1,1 59-1,-1-59-15,0 58 32,1-58-17,58 59-15,-59-59 16,-29 59 0,29-59-1,59 58-15,-58-58 31,58 59-15,-59 0-16,0-1 16,0 31 15,59-31 0,-58-58-15,58 30-16,0 28 15,0 1 1,0 0 0,0-1-1,0 1 1,0 0 0,0 29-1,0-29 16,0-1-15,29-58 0,-29 59-1,59-59 1,-59 59-16,29-59 16,59 58-1,-29-58 16,-30 0-31,30 0 32,58 0-32,-29 0 15,-29 0 1,29 0 0,0 0-1,0 0 1,-29 0-16,0 0 15,-1 0-15,1 0 16,58 0-16,-58 0 16,58 0-1,-29 0 1,-29 0 0,0 0-1,0 0 1,-30 0-1,30 0 1,-1 0 0,1 0-16,0 0 31,-1 59-15,1-59-1,0 0-15,29 0 16,-30 0-1,89 0 1,-88 0 0,0 0-16,-30 0 0,30 0 15,-1 0 1,1 0 0,0 0-1,-1 0 1,1 0-1,0 0-15,0 0 16,29 0 0,-30 0-1,1 0 1,0 0 0,-1 0-1,1 0 1,0 0-1,-30 0 1,30 0 0,-1 0-1,-58 59 1,59-59-16,29 0 16,30 0-1,-30 0 1,29 0-1,30 0 1,-89 0 0,1 0-16,0 0 0,0 0 15,-1-30-15,1 30 16,-30 0-16,30 0 16,0 0-16,-1 0 15,60-58-15,-30 58 16,0 0-16,0 0 15,-29 0-15,-1 0 16,1 0-16,0-59 16,-1 59-16,1 0 15,0 0-15,-1 0 0,1 0 16,0 0 0,-1 0-16,1-88 0,0 88 15,0 0-15,-30 0 16,30 0-16,29-59 15,-59 59-15,88 0 16,-29-58 0,-29 58-1,0 0-15,0 0 0,-1-59 16,1 59-16,0 0 16,87-88-1,-116 88 1,28 0-16,1 0 15,0-59-15,-1 59 16,1 0-16,0 0 0,-59-59 16,147 59-16,-89 0 15,1-58-15,0 58 16,29-59-16,0 59 31,-88-59-31,88 59 16,-30 0-1,-58-58-15,59 58 16,-59-59 0,59 59-16,-59-59 15,59 59 1,-59-59-16,0 30 31,0-30-31,0 1 16,0-1-1,0 0 1,-30 1 0,30-1-1,-58 59-15,58-59 16,-59 59 0,0-59-16,-88-29 15,89 88 1,-1-58-16,0 58 0,1 0 15,-1-59-15,0 59 16,-29 0 0,0-59-16,-29 59 0,29 0 15,-30 0-15,-28-88 16,-1 88-16,59 0 16,0 0-16,0-58 15,0 58-15,-30 0 16,30 0-16,30-59 15,-1 59-15,0 0 16,-29 0-16,0 0 0,29 0 16,-29 0-1,-29 0-15,29 0 0,29 0 16,-29 0 0,0 0-16,0 0 0,-59 0 15,-29 0-15,0 0 16,-88 59-16,-88-59 15,-59 0-15,0 88 16,-58-88-16,-1 0 0,1 146 16,-1-146-1,118 0-15</inkml:trace>
  <inkml:trace contextRef="#ctx0" brushRef="#br0" timeOffset="129966.93">7395 10742 0,'-29'0'31,"29"59"-31,-59-59 16,59 59-16,-88-59 15,88 59-15,-88-59 16,88 88-16,-58 0 15,58 29 1,0-58 0,117-59-1,-58 0-15,-30 0 0,30 0 16</inkml:trace>
  <inkml:trace contextRef="#ctx0" brushRef="#br0" timeOffset="130333.06">7630 10478 0,'0'30'15,"0"146"1,0-88-16,0 29 0,0 30 15,59-59-15,-59-29 16,59-59 15,-1 0 1,-58-59-32,59 59 15,-59-88-15,59 88 0,-1 0 16,-58 59 15,0-1-15,59 1-16,-59 0 15,59 29 1,58-88-16</inkml:trace>
  <inkml:trace contextRef="#ctx0" brushRef="#br0" timeOffset="130617.32">8511 11153 0,'0'59'0,"58"-59"31,1 0-15,-59-29-16,88-59 15,-88 58-15,0-87 16,-29 117 0,-30 0-16,0 0 15,1 0-15,58 88 16,-59-88 0,59 29-16,29-29 15</inkml:trace>
  <inkml:trace contextRef="#ctx0" brushRef="#br0" timeOffset="130808.93">8775 11212 0,'58'0'0,"-58"29"16,59-29 0,29 0-16,30 0 31,-89 0-16,-29-58 1,0-1 15</inkml:trace>
  <inkml:trace contextRef="#ctx0" brushRef="#br0" timeOffset="131152.31">9303 11212 0,'0'59'46,"0"-147"17,0 58-63,0-28 16,0-1-1,59 59-15,-1 0 16,-58 29-1,59-29 1</inkml:trace>
  <inkml:trace contextRef="#ctx0" brushRef="#br0" timeOffset="131429.57">9567 11212 0,'29'0'32,"60"0"-17,-89-29 1,58 29-16,-58-88 16,0 29-1,-29 59-15,-30 0 16,0 0-16,1 29 15,58 30 1,0 0 0,29-59-1</inkml:trace>
  <inkml:trace contextRef="#ctx0" brushRef="#br0" timeOffset="131587.13">9861 11183 0,'0'58'15,"117"-58"17,-58 0-17,-1 0-15,1 0 16,0 0-16</inkml:trace>
  <inkml:trace contextRef="#ctx0" brushRef="#br0" timeOffset="131786.63">10360 10977 0,'-59'0'0,"0"0"16,59 30 0,0 87-1,0-58-15,0 58 16,29-117-16,60 0 15,-31 0 1</inkml:trace>
  <inkml:trace contextRef="#ctx0" brushRef="#br0" timeOffset="131999.56">10565 10566 0,'0'88'47,"0"30"-32,0-30 1,59 59-16,-59-59 16,0 0-16,0-30 15,58-58-15</inkml:trace>
  <inkml:trace contextRef="#ctx0" brushRef="#br0" timeOffset="132159.23">10712 10801 0,'58'0'31,"89"0"-15,-88 0-16</inkml:trace>
  <inkml:trace contextRef="#ctx0" brushRef="#br0" timeOffset="132417.64">11005 11124 0,'59'0'31,"-59"-29"-15,88 29-16,-88-59 15,-29 59 17,-30 0-32,59 29 15,-59-29-15,59 88 16,0 0-1,29-88-15,30 88 16,0-88-16,0 0 16</inkml:trace>
  <inkml:trace contextRef="#ctx0" brushRef="#br0" timeOffset="132687.88">11445 11183 0,'0'29'16,"0"59"15,30-88-31,-30 59 16,29-59-1,-29-30-15,0-58 16,0 0-1,0 30 1,59 58 0,-1 0-1</inkml:trace>
  <inkml:trace contextRef="#ctx0" brushRef="#br0" timeOffset="132988.39">11798 11036 0,'0'59'47,"0"-1"-47,0 1 16</inkml:trace>
  <inkml:trace contextRef="#ctx0" brushRef="#br0" timeOffset="133535.76">12003 10801 0,'0'29'31</inkml:trace>
  <inkml:trace contextRef="#ctx0" brushRef="#br0" timeOffset="133869.9">12032 11007 0,'-29'0'0,"29"58"16,0 1 0,0 29-1,0-29 1,88-59-16,-29 58 0,-1-58 15,1 0 1,-88 0 0,-30 59-1,0-59-15,1 0 32,-1 88-17</inkml:trace>
  <inkml:trace contextRef="#ctx0" brushRef="#br0" timeOffset="134149.32">12473 10508 0,'0'117'31,"0"-29"-15,0 0-1,0 30-15,0-30 16,0-30-16,0 1 0,58-59 0,-58 29 15</inkml:trace>
  <inkml:trace contextRef="#ctx0" brushRef="#br0" timeOffset="134350.29">12561 10948 0,'58'0'16,"1"0"-1,0 0 1,-1 0 0,1 0-16</inkml:trace>
  <inkml:trace contextRef="#ctx0" brushRef="#br0" timeOffset="134470.6">12883 11065 0,'0'59'0,"0"-30"16,30-29 15</inkml:trace>
  <inkml:trace contextRef="#ctx0" brushRef="#br0" timeOffset="134582.59">13089 10713 0,'0'29'31,"0"30"-15</inkml:trace>
  <inkml:trace contextRef="#ctx0" brushRef="#br0" timeOffset="134759.06">13147 10948 0,'-58'88'15,"-30"-29"1,88-1 0,29-58-1,59 59-15,-59-59 16,30 0-16,0 0 0</inkml:trace>
  <inkml:trace contextRef="#ctx0" brushRef="#br0" timeOffset="136773.48">14409 10537 0,'0'-29'16,"0"87"15,0 1-15,0 29-16,88-29 15,-88 29-15,0-29 0,0-1 16,0 1-16,0 0 15</inkml:trace>
  <inkml:trace contextRef="#ctx0" brushRef="#br0" timeOffset="137073.57">14497 10772 0,'59'0'62,"-29"0"-62,28 0 16,60 0-16,-118-59 31,0 30-15</inkml:trace>
  <inkml:trace contextRef="#ctx0" brushRef="#br0" timeOffset="137199.37">14674 10537 0,'0'-29'0,"58"29"47,30 0-31,-29 0-1</inkml:trace>
  <inkml:trace contextRef="#ctx0" brushRef="#br0" timeOffset="137390.4">14527 11241 0,'0'59'15,"59"-59"-15,58 0 32,-58 0-32,-1 0 15,1 0-15,29 0 16</inkml:trace>
  <inkml:trace contextRef="#ctx0" brushRef="#br0" timeOffset="137763.4">15055 11183 0,'0'58'16,"88"-58"-1,-29 0 1,29 0-16,-29 0 16,-1-88-16,30 0 15,-88 0 1,-29 88 0,-30-88-1,1 88-15,-1 0 0,59 30 31,0 28-15,88-58 0,-88 88-16,59 0 15,-59-58-15,0 87 16,0-29-16,0-29 16,0 0-16,0-1 15,-30 30 1,30-29-1</inkml:trace>
  <inkml:trace contextRef="#ctx0" brushRef="#br0" timeOffset="138219.51">16288 10772 0,'-30'0'16,"30"29"31</inkml:trace>
  <inkml:trace contextRef="#ctx0" brushRef="#br0" timeOffset="138366.93">16288 11065 0,'-30'0'0,"30"59"63</inkml:trace>
  <inkml:trace contextRef="#ctx0" brushRef="#br0" timeOffset="138829.39">15554 10302 0,'0'29'16,"29"-29"15,30 0-16,-59-58 17,-59 58-17,1 29 1,-1-29-16</inkml:trace>
  <inkml:trace contextRef="#ctx0" brushRef="#br0" timeOffset="139819.54">15525 10449 0,'29'0'47,"30"0"-47,-1 0 0,30-29 32,-88-30-17,-29 0 1,-30 59-1,1 0-15,-1 0 16,0 0 0,59 59-16,0 29 15</inkml:trace>
  <inkml:trace contextRef="#ctx0" brushRef="#br0" timeOffset="141657.23">17608 9891 0,'59'0'46,"0"0"-46</inkml:trace>
  <inkml:trace contextRef="#ctx0" brushRef="#br0" timeOffset="141769.21">17608 10009 0,'88'58'31</inkml:trace>
  <inkml:trace contextRef="#ctx0" brushRef="#br0" timeOffset="143368.64">6867 9921 0,'30'0'47,"28"0"-16,-58 29 1</inkml:trace>
  <inkml:trace contextRef="#ctx0" brushRef="#br0" timeOffset="143521.35">6867 10067 0,'30'0'16,"28"0"-1,-58-29 1</inkml:trace>
  <inkml:trace contextRef="#ctx0" brushRef="#br0" timeOffset="147782.75">17814 10684 0,'29'0'16,"-29"-59"0,59 59-16,-1 0 15,1 88 1,-59-29-1,59-1-15,-59 31 16,0-31-16,0 30 16,0-29-16,-30 0 0,-58-1 15,147-146 32,0 30-31,0-1-1,-1 0-15,1 59 0,-59-88 16,59 88-16,-89 0 47,30 30-31,0 58-1,0-30-15,0 30 31,0 0-31,88-88 0,-88 59 16</inkml:trace>
  <inkml:trace contextRef="#ctx0" brushRef="#br0" timeOffset="148227.26">18606 10420 0,'88'0'47,"-59"0"-47,30 0 31,-59 58-31,-29 30 32,-30 0-32,0-29 15,118-59 1,29 0 0,59 0-16,-59 0 15</inkml:trace>
  <inkml:trace contextRef="#ctx0" brushRef="#br0" timeOffset="149206.48">9450 9950 0,'-59'0'15,"88"0"17,30 0-17,-30 0-15,30 0 0,0 59 16,0-59 0</inkml:trace>
  <inkml:trace contextRef="#ctx0" brushRef="#br0" timeOffset="150364.82">19839 11095 0,'-59'0'0,"88"0"47,30 0-47,0 0 15,-1 0-15,1 0 16,0 0-16,-1 0 16,-58 29-1</inkml:trace>
  <inkml:trace contextRef="#ctx0" brushRef="#br0" timeOffset="151034.72">20572 10684 0,'0'-59'47,"30"59"-47,28 0 15,60 0 1,-60 0-16,31 0 15,-89 29 1,58-29 0,-58 59-16,-88 29 15,29 0-15,-29-29 16,30-59 0,58 59-16,-59-59 15,59 58 1,29 1-1,59 0 1,30-1 0,-59 1-1,-89-59 32,-29 0-47,-29 88 16,30-88-16,-30 0 15</inkml:trace>
  <inkml:trace contextRef="#ctx0" brushRef="#br0" timeOffset="151579.01">21423 10889 0,'30'0'16,"28"0"-1,-58 59 1,0 0 0,0-1-16,0-28 0,0 28 15,-29-58 1,29 118-16,-29-118 0,87-59 47,1 0-47,0 1 15,29 58-15,0-88 0,-29 88 16,-1-118 0,-87 148 30,29 28-46,-59 30 16,59-58-16,0 28 0,0 1 16,59-59-1,58 88 1,-29-88 0</inkml:trace>
  <inkml:trace contextRef="#ctx0" brushRef="#br0" timeOffset="154222.5">14732 9715 0,'88'0'47</inkml:trace>
  <inkml:trace contextRef="#ctx0" brushRef="#br0" timeOffset="154373.34">14791 9862 0,'88'0'16,"-29"0"-16,-1 0 15,-58-30 1</inkml:trace>
  <inkml:trace contextRef="#ctx0" brushRef="#br0" timeOffset="155222.25">22715 11124 0,'117'0'31,"-29"0"-15,0 0-16,-29 0 16,0 0-16,-1 0 15</inkml:trace>
  <inkml:trace contextRef="#ctx0" brushRef="#br0" timeOffset="155671.32">23771 10478 0,'0'59'31,"-29"0"-15,29-1-16,0 1 16,0 0-16,0 29 15,29-29-15,30-59 31,0 0-31,29 0 0,0 0 16,-30 0-16,1 0 0</inkml:trace>
  <inkml:trace contextRef="#ctx0" brushRef="#br0" timeOffset="155870.95">24094 10654 0,'-59'30'16,"59"28"-16,-88 60 16,88-30-16,0 29 15,-88 30-15,88 0 0,0-88 16</inkml:trace>
  <inkml:trace contextRef="#ctx0" brushRef="#br0" timeOffset="160245.13">25121 10801 0,'30'0'47,"28"0"-31,1 0-1,0 0 1,-1 29 0</inkml:trace>
  <inkml:trace contextRef="#ctx0" brushRef="#br0" timeOffset="160405.29">25151 11095 0,'-59'0'0,"88"0"31,-29 58-31,147-58 0,-88 0 15,-1 0-15,-58 59 16,88-59-16</inkml:trace>
  <inkml:trace contextRef="#ctx0" brushRef="#br0" timeOffset="160843.03">26207 11095 0,'0'-59'15,"0"88"17,0 89-17,88-30 1,-29-88 0,-1 0-16,30 0 15,-29 0-15,0 0 0,-59-30 16,0 1-16,0-30 15,0 1 1,0-1-16,-88 0 16,29 59-16,0-88 0,1 88 15,-1 0-15,59 30 16,-88 58-16</inkml:trace>
  <inkml:trace contextRef="#ctx0" brushRef="#br0" timeOffset="213520.94">17550 9099 0,'0'-30'47,"-59"30"46,0 0-77,0 0 31,1 0-32,-1 30 17,59 28-1,-59-58-31,59 59 16,-58-59-1,58 59 1,0-1-1,0-28 17,0 29-17,0-1 1,29-58 0,-29 59-1,59-59 1,-1 59-1,1-59 17,0 88-17,0-88 1,-1 0 0,1 0-1,0 0-15,-30 0 16,30 0-1,-1 0 17,1 0-17,0 0 1,-1 0 0,-58-30-1,59 30 1,-59-58-16,59-1 15,-59 0 1,59-58 0,-59 29-1,0 0 1,-30-30 0,-29 118-16,1-58 15,-30 58-15,-59 0 16,30 0-16,-30 58 15,-59 1-15</inkml:trace>
  <inkml:trace contextRef="#ctx0" brushRef="#br0" timeOffset="-211509.56">6897 9686 0,'0'58'141,"0"1"-126,0 0 1,0 29-16,0-29 16,0-1-16,29 1 15,-29 0-15,0-1 16,0 1-16,0 29 16,0-29-1</inkml:trace>
  <inkml:trace contextRef="#ctx0" brushRef="#br0" timeOffset="-211115.77">6720 9891 0,'-58'30'15,"87"-119"32,89 31-16,-60 58-31,-28 0 16,28 0 0,30 58-1</inkml:trace>
  <inkml:trace contextRef="#ctx0" brushRef="#br0" timeOffset="-159449.84">6251 12621 0,'29'0'47,"30"-59"-31,0 59-16,-1-58 16,1 58-16,0-88 15,-1-1 1,-58 31-16,0-1 15,0-29 1,-58 88 0,-1 0-1,59 59 1,-88 29-16,88 0 16,0 59-16,0-30 15,0-29-15,0 29 16,0 1-16,0-30 15,0 29-15,0-29 16,0-29-16</inkml:trace>
  <inkml:trace contextRef="#ctx0" brushRef="#br0" timeOffset="-159166.4">6427 12885 0,'59'30'32,"-59"28"-17,58 1-15,-58 0 16,59-1-16,-59 1 15,-29 0 17,-59-59-17,29 0 1</inkml:trace>
  <inkml:trace contextRef="#ctx0" brushRef="#br0" timeOffset="-158915.3">6867 12621 0,'0'59'47,"0"-1"-47,0 1 16,0 0-16,0 0 15,0 29 1</inkml:trace>
  <inkml:trace contextRef="#ctx0" brushRef="#br0" timeOffset="-158601.14">7073 12709 0,'0'29'63,"58"-29"-48,1 0 32,0 0-15,-1 0-17,-58 59 1,59-59-16</inkml:trace>
  <inkml:trace contextRef="#ctx0" brushRef="#br0" timeOffset="-158443.23">7073 12445 0,'0'-59'15,"29"89"17,30 28-32,-1-58 15</inkml:trace>
  <inkml:trace contextRef="#ctx0" brushRef="#br0" timeOffset="-158164.46">7542 12826 0,'59'0'47,"58"0"-47,-29-29 15,-88-59 16,0 29-15,-58 59-16,-30 0 16,29 30-16,0-30 15,59 58-15</inkml:trace>
  <inkml:trace contextRef="#ctx0" brushRef="#br0" timeOffset="-157990.08">7777 12269 0,'0'-59'0,"-29"59"0,58 88 47,-29 0-47,0 30 16,88 28-16,-88-58 15</inkml:trace>
  <inkml:trace contextRef="#ctx0" brushRef="#br0" timeOffset="-157570.74">8833 12122 0,'-29'0'0,"29"59"47,0 58-47,0 1 15,0 28-15,0-58 0,0 0 16,0-29-16,0 29 15</inkml:trace>
  <inkml:trace contextRef="#ctx0" brushRef="#br0" timeOffset="-157350.21">8628 12533 0,'29'29'31,"118"-29"-15,-88 0-1,0 88-15,29-88 16,-30-58-1</inkml:trace>
  <inkml:trace contextRef="#ctx0" brushRef="#br0" timeOffset="-157031.64">9068 12386 0,'0'-59'0,"59"148"46,-59-31-30,0 1-16,88 29 16,-88-29-16,0-1 15,0 1 1,59-88 15,-1 29-15,-58-59-1,59 59 1,-59 59 0,0-1-1,59 1 1,-59 0-16</inkml:trace>
  <inkml:trace contextRef="#ctx0" brushRef="#br0" timeOffset="-156718.02">9773 12797 0,'0'-59'16,"0"30"-1,29 29 1,-29-59 15,-59 59-15,1 30-16,-60 28 16,118 30 15,0 1-31,59-89 15,0 88 1,-1-88-16</inkml:trace>
  <inkml:trace contextRef="#ctx0" brushRef="#br0" timeOffset="-156263.77">10360 12797 0,'0'59'15,"0"0"1,0 29 0,0-30-1,58-58 16,-58-58-31,0-60 16,59 59 0,-59 1-1,59 58 1,-1 0 0,30 0-1</inkml:trace>
  <inkml:trace contextRef="#ctx0" brushRef="#br0" timeOffset="-156015.14">10770 12915 0,'0'58'32,"30"-58"-17,87 0 1,0-29 15,-117-59-31,0 29 31,-29 59-31,-30 0 16,1 0 0,58 29-1</inkml:trace>
  <inkml:trace contextRef="#ctx0" brushRef="#br0" timeOffset="-155757.45">11064 12885 0,'0'59'32,"0"29"-17,59-88 1,87 0-1,-58 0-15,-88-29 16,0-59 15,-58 29-31,-1 59 16,0 0 0,1 29-16,58 30 15</inkml:trace>
  <inkml:trace contextRef="#ctx0" brushRef="#br0" timeOffset="-155496.79">11563 12181 0,'0'29'32,"0"59"-17,88 59-15,-88-30 16,0 30-16,58-59 16,-58 0-16,0 0 15,0-29-15</inkml:trace>
  <inkml:trace contextRef="#ctx0" brushRef="#br0" timeOffset="-155312.08">11680 12680 0,'29'0'31,"30"0"-31,0 0 16,0 0-16,-1 0 16</inkml:trace>
  <inkml:trace contextRef="#ctx0" brushRef="#br0" timeOffset="-155015.56">12150 12680 0,'0'29'16,"-88"30"0,88-1-16,0 31 15,29-89 1,-29 58-16,-29-58 62,29 59-46,-59-59-16,-29 0 16,88 59-1</inkml:trace>
  <inkml:trace contextRef="#ctx0" brushRef="#br0" timeOffset="-154616.45">13089 12709 0,'0'59'31,"0"29"-15</inkml:trace>
  <inkml:trace contextRef="#ctx0" brushRef="#br0" timeOffset="-154020.45">12766 13003 0,'0'29'31,"0"88"-15,0-58-1</inkml:trace>
  <inkml:trace contextRef="#ctx0" brushRef="#br0" timeOffset="-140831.33">24065 10067 0,'0'-58'31,"0"-1"0,58 59 32,1 0-48,0 0 1</inkml:trace>
  <inkml:trace contextRef="#ctx0" brushRef="#br0" timeOffset="-140683.84">24153 10097 0,'-59'0'16,"118"0"15,-1 0-31,89 0 31,-88-59-31</inkml:trace>
  <inkml:trace contextRef="#ctx0" brushRef="#br0" timeOffset="-139514.05">24065 9157 0,'0'-29'63,"29"29"-48,0 0 1,30 0 0,0 0-16</inkml:trace>
  <inkml:trace contextRef="#ctx0" brushRef="#br0" timeOffset="-138579.54">24564 8893 0,'29'-59'78,"30"-29"-62,-59-29-1,0 88 1,0 87 62,0 1-62,0 0-16,88 29 15,-88 0 1,58-29-1</inkml:trace>
  <inkml:trace contextRef="#ctx0" brushRef="#br0" timeOffset="-138355.29">24710 9069 0,'59'-29'31,"88"29"-15,-59-59-16,-30 59 31,1 0-31,29 0 16</inkml:trace>
  <inkml:trace contextRef="#ctx0" brushRef="#br0" timeOffset="-137923.16">25503 8688 0,'0'58'47</inkml:trace>
  <inkml:trace contextRef="#ctx0" brushRef="#br0" timeOffset="-137266.12">25855 8365 0,'0'29'47,"0"30"-16,0 0-31,0-1 15,0 1 17,59-59-32,-1 0 15,1 0-15,0 0 16,-30 0-16,30 0 16</inkml:trace>
  <inkml:trace contextRef="#ctx0" brushRef="#br0" timeOffset="-137062.2">26236 8365 0,'-58'0'15,"58"59"16,0-1-31,0 60 16,0-30-16,0 0 31</inkml:trace>
  <inkml:trace contextRef="#ctx0" brushRef="#br0" timeOffset="-135402.03">23859 9686 0,'30'0'47,"28"0"-31,1 0 0,0-59 15,-59 0-16,0 1 1,-30 58-16,30-59 16,-58 59-16,58 29 31</inkml:trace>
  <inkml:trace contextRef="#ctx0" brushRef="#br0" timeOffset="-135099.2">24123 9539 0,'0'59'15,"59"-1"16,0-58-15,-59-29 15,0-59-15,0 29 0,-30 59-1,89 0 16,0 0-15</inkml:trace>
  <inkml:trace contextRef="#ctx0" brushRef="#br0" timeOffset="-134349.33">24769 9803 0,'0'-29'32,"29"29"-17,30-59 1,0-29-16,-59 29 31,0 30-15,0 88 31,0 29-32,58 0 1,1 29-1,29-58 1</inkml:trace>
  <inkml:trace contextRef="#ctx0" brushRef="#br0" timeOffset="-134127.39">25033 10185 0,'0'-30'31,"29"30"-31,30 0 16,0 0-16,0-88 16,-1 88-16</inkml:trace>
  <inkml:trace contextRef="#ctx0" brushRef="#br0" timeOffset="-133744.33">25620 9832 0,'29'0'47</inkml:trace>
  <inkml:trace contextRef="#ctx0" brushRef="#br0" timeOffset="-133074.59">26148 9510 0,'-58'0'0,"58"-30"47,88 30-31,-30 0-1,1 0-15,-30 0 16</inkml:trace>
  <inkml:trace contextRef="#ctx0" brushRef="#br0" timeOffset="-132624.61">26500 9187 0,'0'29'63,"0"30"-48,0-1 1,0 1 0,89 0 15,-60-59-15,88 0-1</inkml:trace>
  <inkml:trace contextRef="#ctx0" brushRef="#br0" timeOffset="-132397.39">26765 9245 0,'-59'0'16,"59"88"0,0 1-1,0-1 1,29-88-16,-29 88 16</inkml:trace>
  <inkml:trace contextRef="#ctx0" brushRef="#br0" timeOffset="-132095.2">27058 9128 0,'59'0'15,"29"88"1,-88-59-16,59 59 15,-59-29-15,0-29 16</inkml:trace>
  <inkml:trace contextRef="#ctx0" brushRef="#br0" timeOffset="-131641.47">26119 9363 0,'-29'29'16,"29"59"-1,-59-88-15,59 118 16,59-30-16,-1-88 31,30 0-31</inkml:trace>
  <inkml:trace contextRef="#ctx0" brushRef="#br0" timeOffset="-126156.61">20132 11917 0,'-59'0'63,"59"-59"-16,-58 0 46,-1 59-15,0 0-62,89 0 93,28 0-93,1 0 0,0 0-16,-1 0 15,31 0-15,-1 0 0,0 0 0,0 29 16,29-29 0,-58 0-1,29 0-15,-30 0 16,31 0-16,-31 0 0,1 0 15,29 0-15,-29 0 32,-1 0 108</inkml:trace>
  <inkml:trace contextRef="#ctx0" brushRef="#br0" timeOffset="-116797.52">21453 11799 0,'-59'0'16,"118"0"93,-1 0-93,30 0-1</inkml:trace>
  <inkml:trace contextRef="#ctx0" brushRef="#br0" timeOffset="-116671.93">21306 11946 0,'88'0'31,"-29"0"-31,-1 0 16</inkml:trace>
  <inkml:trace contextRef="#ctx0" brushRef="#br0" timeOffset="-115946.35">22069 11917 0,'-29'0'172,"29"29"-125,58-29-32,1 0-15,29 0 16,-29 0-1,0 0 17</inkml:trace>
  <inkml:trace contextRef="#ctx0" brushRef="#br0" timeOffset="-115596.64">22597 11740 0,'0'59'62,"-29"0"-62,29 0 0,-59 58 16,59-88 0,30-29-1,28 0 1,1 0-16,-30 0 15,30 0-15,0 0 0</inkml:trace>
  <inkml:trace contextRef="#ctx0" brushRef="#br0" timeOffset="-115359.11">22832 12005 0,'-59'0'0,"1"29"31,58 88-15,-59-58-1,59 0-15,0 29 31</inkml:trace>
  <inkml:trace contextRef="#ctx0" brushRef="#br0" timeOffset="-114890.3">23038 12034 0,'0'29'31,"0"30"-15,0 0 0,88-59 46,-30-59-46,30-29-1,-88 59 17,-29 58-17,29 30 1,0-1 0,117-58-1</inkml:trace>
  <inkml:trace contextRef="#ctx0" brushRef="#br0" timeOffset="-113756.89">22773 11917 0,'0'-59'62,"-58"118"16,58-1-62,0 1-16,0 0 0,-59-1 16,59 1-1</inkml:trace>
  <inkml:trace contextRef="#ctx0" brushRef="#br0" timeOffset="-113409.71">22656 12063 0,'-59'0'16,"89"0"31,58 0-32,0 0 1</inkml:trace>
  <inkml:trace contextRef="#ctx0" brushRef="#br0" timeOffset="-112622.56">23654 12093 0,'29'0'63,"59"0"-47,-29 0-1,0 0 1</inkml:trace>
  <inkml:trace contextRef="#ctx0" brushRef="#br0" timeOffset="-112406.64">23801 12034 0,'0'59'62,"0"29"-46,0-30-16,0 1 16</inkml:trace>
  <inkml:trace contextRef="#ctx0" brushRef="#br0" timeOffset="-111338.4">24094 12005 0,'59'-30'47,"29"30"-32,-88-58 1,58 58-16,-58-59 15,0 0 1,0 88 47,-29-29-63,29 89 15,0-1 1,0 0-16,-59-30 31</inkml:trace>
  <inkml:trace contextRef="#ctx0" brushRef="#br0" timeOffset="-111144.59">24153 12151 0,'29'0'63,"59"0"-47</inkml:trace>
  <inkml:trace contextRef="#ctx0" brushRef="#br0" timeOffset="-110887.65">24593 12151 0</inkml:trace>
  <inkml:trace contextRef="#ctx0" brushRef="#br0" timeOffset="-110456.41">24828 12034 0,'0'-59'15,"29"59"32,-29 30-47,0 28 16,0-28 0,88-30 46,-29 0-46,-1-30-16,1 30 15,-59-58-15,59 58 16,-88 0 15,-60 88-15,89-30-1,0 1-15,0 0 16,59-1-16,29-58 0</inkml:trace>
  <inkml:trace contextRef="#ctx0" brushRef="#br0" timeOffset="-107902.02">25268 10508 0,'0'-59'32,"0"0"30,117 59-15,59 0-31,88-117-16,30 117 0,-1-88 15,-28 88-15,-89 0 16,-30-88-1,-28 88-15,29-59 16,-89 59-16,1 0 16,-59 29 15</inkml:trace>
  <inkml:trace contextRef="#ctx0" brushRef="#br0" timeOffset="-102929.99">14057 13237 0,'88'-58'31,"0"58"-16,-88 29 1,88-29-16,-88 147 16,59-88-16,-59 29 15,0 0-15,0-30 16,-59 30-16,59-58 16,-117-30-16,176-30 62,-1 30-62,1-117 16,0 117-16,-1-117 15,1 117-15,-59 29 47,-29 30-47,29-1 16,0 1-16,29 0 31,118-59-15,-118 0-1,59-59-15</inkml:trace>
  <inkml:trace contextRef="#ctx0" brushRef="#br0" timeOffset="-102628.83">15055 13032 0,'29'0'15,"-29"59"16,59 29-31,-59-59 16,0 30-16,-29-1 16,-89 60-16,60-118 15,58 59 1,117-59 0,-58 0-1,-1-30-15,1 30 16</inkml:trace>
  <inkml:trace contextRef="#ctx0" brushRef="#br0" timeOffset="-102426.14">15319 13531 0,'30'0'31,"58"0"-15,0 0-16,58 0 15,-58 0-15,-29-29 16</inkml:trace>
  <inkml:trace contextRef="#ctx0" brushRef="#br0" timeOffset="-101785.96">16141 13237 0,'0'-58'32,"117"58"-17,-29 0 17,-29 29-17,-59 30 1,-29 29-1,-30-29-15,0-59 0,59 58 16,-58-58-16,58 59 16,29 0 15,88-59-15,-29 58-16,-58-58 15,-30 59 32,-59-59-31,0 0-16,1 59 15,-1-59 1</inkml:trace>
  <inkml:trace contextRef="#ctx0" brushRef="#br0" timeOffset="-101406.5">16581 13590 0,'59'0'0,"0"0"31,-59 117 0,0-58-15,58-59 15,1-88-15,58 29-1,-58 59 1,-118 29 31,59 30-32,88 0 1,0-59 0</inkml:trace>
  <inkml:trace contextRef="#ctx0" brushRef="#br0" timeOffset="-101145.91">17726 13619 0,'-30'0'0,"89"0"31,58 0-15,1 0-16,-30 0 0,-29 0 16,-1 0-16</inkml:trace>
  <inkml:trace contextRef="#ctx0" brushRef="#br0" timeOffset="-100798.67">18635 13267 0,'-29'0'47,"29"29"-47,-59 30 0,59 0 15,0-1 1,0 1-16,0 0 15,59-59 1,0 0 0,-1 0-16,1 0 0,0 0 15,0 0 1,-1 0-16</inkml:trace>
  <inkml:trace contextRef="#ctx0" brushRef="#br0" timeOffset="-100628.17">18988 13502 0,'-59'0'16,"0"29"-1,59 88-15,0-58 16,0 29 0,0 30-16,0-30 15,0-30-15</inkml:trace>
  <inkml:trace contextRef="#ctx0" brushRef="#br0" timeOffset="-100260.83">19575 13560 0,'88'0'32,"29"0"-32,-29 0 15,0 0-15,0 0 16,-29 0-16</inkml:trace>
  <inkml:trace contextRef="#ctx0" brushRef="#br0" timeOffset="-100163.2">19692 13766 0,'-59'0'16,"59"58"-16,30-58 16,28 0-16,30 0 15,30 0-15,-1 0 16,-88 0-16</inkml:trace>
  <inkml:trace contextRef="#ctx0" brushRef="#br0" timeOffset="-97834.17">20866 13384 0,'0'-29'15,"29"29"16,30 0-15,0 0-16,29 0 16,-88 88-1,0-29-15,0-1 0,0 1 16,0 0 0,0-1-16,-30-58 15,60-29 16,28-30-31,30 1 16,-29-30-16,29 29 16,-147 88 31,59 30-32,-58 0-15,58 58 16,0-58-1,88-59 1,0 0-16,-30 0 16</inkml:trace>
  <inkml:trace contextRef="#ctx0" brushRef="#br0" timeOffset="-97590.99">21805 13590 0,'59'0'16,"29"0"-1,0 0-15,0 0 16,29 0-16,-58 0 15</inkml:trace>
  <inkml:trace contextRef="#ctx0" brushRef="#br0" timeOffset="-97306.55">22627 13267 0,'0'-59'0,"0"88"32,-30 30-32,30 0 15,0 0-15,0-1 16,0 30-16,30-88 15,28 0 1,1 0-16,29 0 16,0 0-16,-29 0 15</inkml:trace>
  <inkml:trace contextRef="#ctx0" brushRef="#br0" timeOffset="-97170.06">23096 13443 0,'-88'0'15,"88"29"-15,-59-29 16,59 88-16,0-29 16,0 0-16,0-1 15,0 1-15,0 0 16</inkml:trace>
  <inkml:trace contextRef="#ctx0" brushRef="#br0" timeOffset="-96879.93">23448 13032 0,'0'88'16,"30"-29"-16,-30 29 15,0 0-15,0 59 16,0-30-16,0-29 16,-59 59-16,0-30 15,-29-117-15</inkml:trace>
  <inkml:trace contextRef="#ctx0" brushRef="#br0" timeOffset="-96213.39">20983 13003 0,'0'-59'0,"-29"59"15,-59 29 1,88 30 0,-118 29-16,118 59 15,0-30-15,0 30 16,0-30-16,0 30 15,30-59-15,87-29 16,-29-59-16</inkml:trace>
  <inkml:trace contextRef="#ctx0" brushRef="#br0" timeOffset="-95306.87">24828 13032 0,'0'-59'0,"-30"59"16,-58 59 0,0 0-1,30 29-15,-1 29 16,0 1-1,59 28-15,0-58 0,0 0 16,0 0-16,30-88 16,28 118-16,30-118 15,0 0-15</inkml:trace>
  <inkml:trace contextRef="#ctx0" brushRef="#br0" timeOffset="-94422.34">25004 13384 0,'0'30'63,"29"-30"218,30 0-203,-59 88-78,0 0 16,0 29-1,-30-117 1,30 29-1,118-58 17,-30 29-17,-29-88-15,-1 88 16,-58-59-16,59 59 16,-59-58-1,-29 58 1,29 29-1,-59-29-15,59 88 16,0 0 0,59-29-16,-30-59 15</inkml:trace>
  <inkml:trace contextRef="#ctx0" brushRef="#br0" timeOffset="-93806.77">26559 13384 0,'0'59'15,"0"0"1,0-1-16,0 30 16,0 30-16,0-30 15</inkml:trace>
  <inkml:trace contextRef="#ctx0" brushRef="#br0" timeOffset="-93579.21">26970 13091 0,'88'29'16,"-29"30"-16,-59-1 15,0 89-15,0-29 16,0 58-16,-30-30 16,-87-57-16</inkml:trace>
  <inkml:trace contextRef="#ctx0" brushRef="#br0" timeOffset="-64160.71">25972 13502 0,'0'-30'0,"0"-28"46,0 87 48,0 59-78,0 0-1,-58-88-15,58 59 16,0-1 0,0 1-1</inkml:trace>
  <inkml:trace contextRef="#ctx0" brushRef="#br0" timeOffset="-63326.53">25855 13590 0,'-59'0'15,"59"-59"32,-59 59-31,59 29 109,30-29-125,117 0 16,-89 0-16,1 0 15,0 0 1,29 0-1,-30 0-15</inkml:trace>
  <inkml:trace contextRef="#ctx0" brushRef="#br0" timeOffset="-62882.49">26031 13355 0,'0'29'79,"-59"30"-64</inkml:trace>
  <inkml:trace contextRef="#ctx0" brushRef="#br0" timeOffset="-45447.78">14439 14617 0,'-59'0'62,"59"147"-31,-88-59-15,88 29-16,0-87 16,0 28-16,0 60 15,29-118-15,89 0 16,-30 0 15,-29 0-15</inkml:trace>
  <inkml:trace contextRef="#ctx0" brushRef="#br0" timeOffset="-45256.89">14380 15028 0,'0'-59'31,"29"59"-31,59 0 16,-29 0 0,0 0-16,0 0 15</inkml:trace>
  <inkml:trace contextRef="#ctx0" brushRef="#br0" timeOffset="-44776.78">14791 14911 0,'0'29'47,"59"30"-31,-59-1-1,58-58 1,-58 59-16,30-59 16,28 0-1,-58-29 1,0-30 15,88 88 0,-88 30-15,88-59 0,-29 0-1,0 0-15,29 0 16,-29-29-1,-59-59 1,0 29 0</inkml:trace>
  <inkml:trace contextRef="#ctx0" brushRef="#br0" timeOffset="-44549.25">15613 15057 0,'0'59'16,"0"0"15,58-59-15,30-59-1,-88-29 1,0-29-1,0 58 1,-29 59 0,-30 59-1,59-1 1</inkml:trace>
  <inkml:trace contextRef="#ctx0" brushRef="#br0" timeOffset="-44125.4">16229 15028 0,'0'29'47,"29"-29"-32,-29 59 1,59-59 0,-59-29-1,0-59-15,59 0 16,-1 29 15,1 59-15</inkml:trace>
  <inkml:trace contextRef="#ctx0" brushRef="#br0" timeOffset="-43818.94">16669 15057 0,'88'0'47,"-29"0"-47,0 0 0,-1-29 31,-58-30-15,0 1 15,-29 58-31,-30 0 16,1 0-16,58 29 15,-59-29-15,59 59 0,0-30 16</inkml:trace>
  <inkml:trace contextRef="#ctx0" brushRef="#br0" timeOffset="-43532.53">17109 15028 0,'30'0'47,"28"0"-32,60 0 1,-60-29-1,-87-30 17,-88 59-17,29 0 1</inkml:trace>
  <inkml:trace contextRef="#ctx0" brushRef="#br0" timeOffset="-43312.12">17432 14558 0,'-29'0'0,"29"-58"16,0 116-1,0 30 1,29 30-1,-29-30-15,0-29 16,88-1-16,-88 1 16</inkml:trace>
  <inkml:trace contextRef="#ctx0" brushRef="#br0" timeOffset="-43150.1">17462 14734 0,'29'0'31,"59"0"-31,-29 59 0</inkml:trace>
  <inkml:trace contextRef="#ctx0" brushRef="#br0" timeOffset="-42940.15">17872 14793 0,'0'59'0,"0"29"16,30-88-1,28 0-15,1 59 16,0-59-16,-89 88 31,-58-30-15,-29-58-16,58 88 15</inkml:trace>
  <inkml:trace contextRef="#ctx0" brushRef="#br0" timeOffset="-41830.2">19486 14852 0,'0'29'32,"30"30"-17,-30 0-15,88-1 16,0 30-1,-29-88 1,-59-29 15,0 0-31,0-30 16,0 0-16,0 1 16,0-1-1,58 59 1,-28 0-1,28 0-15,1 0 16</inkml:trace>
  <inkml:trace contextRef="#ctx0" brushRef="#br0" timeOffset="-41398.75">20191 15057 0,'0'-29'47,"29"29"-47,30-59 16,0 59-1,-59-58-15,0 87 94,0 30-94,0-1 31,58 1-15</inkml:trace>
  <inkml:trace contextRef="#ctx0" brushRef="#br0" timeOffset="-41205.35">20338 15175 0,'29'0'31,"30"-30"-16,29 30 1</inkml:trace>
  <inkml:trace contextRef="#ctx0" brushRef="#br0" timeOffset="-40623.5">21013 14999 0,'117'-59'47,"-58"59"-47,-1 0 16,1 0-16,0 0 15</inkml:trace>
  <inkml:trace contextRef="#ctx0" brushRef="#br0" timeOffset="-40506.03">21218 15028 0,'59'0'16,"29"0"-1</inkml:trace>
  <inkml:trace contextRef="#ctx0" brushRef="#br0" timeOffset="-39573.42">21218 15028 0,'-59'0'0,"89"0"79,28 0-79,30 0 15,30 0 1,-60 0-16,1 0 31</inkml:trace>
  <inkml:trace contextRef="#ctx0" brushRef="#br0" timeOffset="-39117">21247 15321 0,'30'0'47,"58"0"-32,0 0 1,-30 0-1</inkml:trace>
  <inkml:trace contextRef="#ctx0" brushRef="#br0" timeOffset="-38591.68">22157 14764 0,'0'29'32,"-29"118"-1,29-88-31,0 29 16,0-30-1,58-58 1,1 0-16,0 0 0,0 0 15,-1 0 1,1 0-16,0 0 0</inkml:trace>
  <inkml:trace contextRef="#ctx0" brushRef="#br0" timeOffset="-38374.33">22451 14940 0,'0'29'31,"0"30"-31,0 0 16,-59 29-16,59 0 15,0 0-15,-59-88 16</inkml:trace>
  <inkml:trace contextRef="#ctx0" brushRef="#br0" timeOffset="-36970.53">24417 14852 0,'0'-59'16,"29"59"15,30 59-15,29 58-16,-88-58 15,88 29 1,-88-59-16,59-29 15,-59-58 32,0-1-47,58 0 16,-58 1-16,0-1 16,0 0-1,59 59-15,29 0 16,29 59-1,-28 29 1</inkml:trace>
  <inkml:trace contextRef="#ctx0" brushRef="#br0" timeOffset="-36657.17">25327 15116 0,'58'0'16,"1"0"15,-59 59-31,0 29 16,-29-88-1,29 88-15,-88-88 16,88 59-16,88-59 47,0 0-47,29 0 0,-29-30 16</inkml:trace>
  <inkml:trace contextRef="#ctx0" brushRef="#br0" timeOffset="-36254.4">26090 15028 0,'0'-59'0,"88"59"16,-30 0 0,1 0-16,0 0 15,-1 0-15</inkml:trace>
  <inkml:trace contextRef="#ctx0" brushRef="#br0" timeOffset="-36138.07">26178 15116 0,'58'0'0,"30"0"16,0 0-1,0 0-15</inkml:trace>
  <inkml:trace contextRef="#ctx0" brushRef="#br0" timeOffset="-35146.48">27234 14911 0,'30'0'15,"28"0"1,1 0-16,29 0 31</inkml:trace>
  <inkml:trace contextRef="#ctx0" brushRef="#br0" timeOffset="-34806.35">27704 14881 0,'88'0'16,"0"-59"-1,-30 59 1,1-58-16,0-1 16,-59 0-1,-29 59 32,29 59-31,0 0-1,0-1-15,0 31 16,0-31 0,29-58-16,-29 88 15</inkml:trace>
  <inkml:trace contextRef="#ctx0" brushRef="#br0" timeOffset="-34660.54">28027 15175 0,'58'-30'32,"1"30"-32,0 0 15,-1 0-15,1 0 16</inkml:trace>
  <inkml:trace contextRef="#ctx0" brushRef="#br0" timeOffset="-16649.79">7366 16818 0,'0'89'0,"0"-31"32,29-58-1,59 0-15,1 0-1,-89-58-15,88 58 16,-88-89-16,0 31 15,0-1 1,-30 59 0,-87 0-16,58 0 15,0 0 1,59 29 0</inkml:trace>
  <inkml:trace contextRef="#ctx0" brushRef="#br0" timeOffset="-16365.71">7572 16848 0,'117'59'16,"-117"-1"-1,88 1-15,-88 0 16,88-1-16,-88 1 15,88 29 1,-147 0 15,1-88-31,28 0 0,-28 0 16,-1 0-16,59-29 16,0-30-1,29 59 1,30-117-16</inkml:trace>
  <inkml:trace contextRef="#ctx0" brushRef="#br0" timeOffset="-15965.57">8247 16818 0,'29'-29'15,"88"-30"1,-58 1-1,-147 58 17,59 0-17,-59 58-15,88 1 16,-59 0-16,59 29 16,0-29-1,59-59 1,58 0-16,-58 0 15</inkml:trace>
  <inkml:trace contextRef="#ctx0" brushRef="#br0" timeOffset="-15665.18">8687 16789 0,'-59'0'0,"59"29"31,0 30-15,0 0-16,29-59 31,30 0 0,-59-29-31,59 29 16,-59-59-16,58 59 15,1 0 32,-59 29-47,30-29 16</inkml:trace>
  <inkml:trace contextRef="#ctx0" brushRef="#br0" timeOffset="-15380.51">9098 16848 0,'58'0'15,"-58"-59"-15,59 59 0,-59-59 16,59 59-1,-118 0 17,0 0-32,1 30 15,58 58 1,0 0 0,29 0-1,30-88-15,-1 0 0</inkml:trace>
  <inkml:trace contextRef="#ctx0" brushRef="#br0" timeOffset="-15151.11">9362 16907 0,'0'58'15,"29"-58"32,59-58-47,-88-31 31,59 31-31,29-1 32,-29 59-32</inkml:trace>
  <inkml:trace contextRef="#ctx0" brushRef="#br0" timeOffset="-14714.2">10037 16701 0,'-59'59'31,"-29"88"0,88-89-31,0 1 16,-59-59-16,59 59 16,30-59-1,-30-30 1,58 30-16,-58-58 0,59 58 47,0 0-32,-1 29-15,1-29 16</inkml:trace>
  <inkml:trace contextRef="#ctx0" brushRef="#br0" timeOffset="-13596.32">10506 16936 0,'118'-29'16,"-60"29"-16,1-118 16,29 30-1,-88 29-15,117 1 16,-117-1-16,0 0 15,0 1-15,0-1 16,-29 59 0,-59 0-1,-29 0-15,117 59 16,-59-1 0,59 30-16,0 30 0,0-1 15,88 30 1,-88-59-16,88 29 0</inkml:trace>
  <inkml:trace contextRef="#ctx0" brushRef="#br0" timeOffset="-13123.37">12208 16437 0,'-29'0'16,"-30"0"0,59 29-1,0 30 1,0 0-16,0-1 16,0 1-16,30 0 15,-30-1-15,88-58 16,-88 59-16,58-59 15,-58 59 1,-58-59 0,-1 0-1,0 0-15,1 59 16,116-59 15,1 0-15</inkml:trace>
  <inkml:trace contextRef="#ctx0" brushRef="#br0" timeOffset="-12861.21">12619 16936 0,'0'59'31,"59"-1"-16,0-58 1,-1 0-16,1-29 16,-59-30-1,-29 1 1,-30 58-16,0 0 16,1 0-16,58 29 31</inkml:trace>
  <inkml:trace contextRef="#ctx0" brushRef="#br0" timeOffset="-12464.07">12942 16730 0,'88'-58'32,"29"-1"-17,-28-29 1,-89-29-1,0 58 1,-30 59 0,-29 0-16,1 0 15,58 88 1,0-29-16,0-1 16,0 30-16,0 0 15,0 0-15,0 1 16,0 28-16,0-88 15</inkml:trace>
  <inkml:trace contextRef="#ctx0" brushRef="#br0" timeOffset="-12080.89">13500 16378 0,'29'0'16,"30"0"0,-1 0-16,1 0 15,29 0-15,-88-29 16,0-30 15,-29 59-31,-30 0 0,-29 0 16,29 0-1,59 29-15,0 30 32</inkml:trace>
  <inkml:trace contextRef="#ctx0" brushRef="#br0" timeOffset="-11840.23">13764 16496 0,'88'0'31,"0"0"-15,-29 0-1</inkml:trace>
  <inkml:trace contextRef="#ctx0" brushRef="#br0" timeOffset="-11735.11">13793 16554 0,'0'59'16,"29"-59"0,89 0-1,-89 0-15</inkml:trace>
  <inkml:trace contextRef="#ctx0" brushRef="#br0" timeOffset="18510.9">15789 16290 0,'0'-29'16,"0"117"93,-59 0-109,59 59 16,-88-1-16,88-28 0,0 29 16,0-59-16,0-30 15,0 1-15,0 29 16,29-88 0,30 0-1,29-29 1,0-89-1</inkml:trace>
  <inkml:trace contextRef="#ctx0" brushRef="#br0" timeOffset="18740.99">15613 16760 0,'29'-59'31,"59"59"-31,0 0 16,0 0-1,-29 0-15</inkml:trace>
  <inkml:trace contextRef="#ctx0" brushRef="#br0" timeOffset="19282.35">16024 16936 0,'58'0'63,"1"59"-32,-59 29-31,0-30 31,59-58 16,-59-58-47,117-30 16,-117 29-1,29 59-15,30 0 32,29 29-17,-88 30 1,29-59-16,-29 88 15,0-29-15,0-1 16</inkml:trace>
  <inkml:trace contextRef="#ctx0" brushRef="#br0" timeOffset="19695.26">17051 16877 0,'58'-59'15,"1"59"1,0-88-1,-1 88-15,1 0 16,29 0-16,-88 118 31,-59-59-31</inkml:trace>
  <inkml:trace contextRef="#ctx0" brushRef="#br0" timeOffset="19802.77">17227 16965 0,'-59'118'0,"-29"-60"0,147-58 31,29 0-16,0 0-15,29 0 16,-58-29-16</inkml:trace>
  <inkml:trace contextRef="#ctx0" brushRef="#br0" timeOffset="20902.25">17109 16730 0,'30'0'47,"58"0"-47,0 0 15,0 0 1,29 0-16,-29 0 0,-29 0 16,0 0-1,-147 0 16</inkml:trace>
  <inkml:trace contextRef="#ctx0" brushRef="#br0" timeOffset="21297.17">17227 17171 0,'29'0'78,"59"0"-63,-29 0-15,0 0 16,-1 0-16,-28 0 0,28 0 16</inkml:trace>
  <inkml:trace contextRef="#ctx0" brushRef="#br0" timeOffset="22268.61">18694 16496 0,'0'88'47,"29"29"-32,-29-29-15,0 59 16,0-59-16,0 0 16,59-29-16,-59-1 15,0-87 32,0-59-31,0 0-16,0-29 0,0 28 15,0 31 1,0-1-16,0 30 0,0-89 16,59 60 15,0 58-31,-1 0 15,1 0 1,-59 29 0,59 30-1,-59-1-15,0 1 16,58 0-16,-58-1 16,59 1-16,-59 0 15,59 0-15,-59-1 16,0 30-1</inkml:trace>
  <inkml:trace contextRef="#ctx0" brushRef="#br0" timeOffset="22603.13">18723 16965 0,'118'-58'31,"-30"58"-31,0 0 16,59-59-16,-1 59 16,-87 0-16</inkml:trace>
  <inkml:trace contextRef="#ctx0" brushRef="#br0" timeOffset="23391.62">19281 17024 0,'0'-59'15,"29"89"48,-29 28-63,0 30 15,0-29-15</inkml:trace>
  <inkml:trace contextRef="#ctx0" brushRef="#br0" timeOffset="25819.53">22333 15644 0,'88'0'47,"0"0"-31</inkml:trace>
  <inkml:trace contextRef="#ctx0" brushRef="#br0" timeOffset="25933.2">22480 15732 0,'-59'0'16,"59"59"-16,59-59 31,0 0-31,-59-29 0</inkml:trace>
  <inkml:trace contextRef="#ctx0" brushRef="#br0" timeOffset="27402.13">20161 16672 0,'-58'-30'16,"58"60"31,29-30-31,-29 88-16,59 59 15,-59-59 1,59-88-1,-59-59 32,0 0-47,0 0 16,0-29 0,0 30-1,88 58 1,0 0-1</inkml:trace>
  <inkml:trace contextRef="#ctx0" brushRef="#br0" timeOffset="27608.13">20660 16877 0,'0'59'16,"0"0"-16,0 29 31,0-30-31</inkml:trace>
  <inkml:trace contextRef="#ctx0" brushRef="#br0" timeOffset="27921.17">21071 16525 0,'59'0'31,"0"117"-31,-59-29 16,88 0-16,-88-29 15,0 0-15,0 0 16,0-1-16,0 1 16,-59-59-16</inkml:trace>
  <inkml:trace contextRef="#ctx0" brushRef="#br0" timeOffset="28451.1">19809 16672 0,'-29'0'31,"29"29"-31,0 0 15,-59 59-15,59 1 16,0-1-16,88 0 0,-29 0 16,0-88-16,29 58 15,-30-58 1</inkml:trace>
  <inkml:trace contextRef="#ctx0" brushRef="#br0" timeOffset="29092.86">21101 16114 0,'0'29'47,"58"30"-31,-58 0 15,59-59 0,-59-59-31,59 59 16,-59-59-1,58 59-15,1 0 47,-59 30-31,0 58 0,59-88-16</inkml:trace>
  <inkml:trace contextRef="#ctx0" brushRef="#br0" timeOffset="29588.39">21746 16642 0,'30'0'47,"87"0"-31,-58 0-1,29 0 1,0 0 0</inkml:trace>
  <inkml:trace contextRef="#ctx0" brushRef="#br0" timeOffset="29811.54">21981 16584 0,'-59'0'15,"118"58"16,-59 1-31,0 0 16,0 29-16,0 0 16,0-29-1</inkml:trace>
  <inkml:trace contextRef="#ctx0" brushRef="#br0" timeOffset="30657.55">21805 16730 0,'0'-58'31,"-59"58"-16,118 0 48,29 0-32,0 0-31,-29 0 16,-1 0-1</inkml:trace>
  <inkml:trace contextRef="#ctx0" brushRef="#br0" timeOffset="30974.96">22128 16378 0,'-59'0'0,"59"-29"16,0 88 15,0-1-15,0 30-16,0 0 15,0 0-15,0 30 0,0-89 16,0 30 0,0 0-16</inkml:trace>
  <inkml:trace contextRef="#ctx0" brushRef="#br0" timeOffset="31578.6">21893 16730 0,'29'-58'78,"30"58"-78,0 0 15,-1 0 1,-28 0-16,87 0 16,-29 0-16</inkml:trace>
  <inkml:trace contextRef="#ctx0" brushRef="#br0" timeOffset="33112.59">22685 16466 0,'0'30'63,"0"28"-63,0 1 0,0 0 15,0-30-15,30-29 16,-30 117-16,0-58 16</inkml:trace>
  <inkml:trace contextRef="#ctx0" brushRef="#br0" timeOffset="33763.89">22568 16290 0,'29'0'15,"30"-59"1,29 59 0,-29 0-1,-1 0 17,-58 59-1,0 0-16,-29-59 1,29 59-16,-59-1 16,59 1 15,30-59-15,-30 59-1,58-59-15,-58 58 0,59-58 16,-59 59-16,88-59 15,-29 0-15,-59 59 32,-29-1-1,-60-58-15,1 59-1</inkml:trace>
  <inkml:trace contextRef="#ctx0" brushRef="#br0" timeOffset="35264.94">23595 16584 0,'-59'0'15,"59"58"48,30-58-47,-30 88-16,58 30 15,-58-148 48,59 30-48,-59-146-15,0 58 16,0 29 15,59 59-31,0 0 16,-1 0-1</inkml:trace>
  <inkml:trace contextRef="#ctx0" brushRef="#br0" timeOffset="35615.25">24006 16672 0,'0'58'47,"59"-58"-32,-59 88-15,0 1 16,-30-89-1,30 58-15,-58-58 16,146 0 31,-30 0-31,-28 0-16,28 0 15</inkml:trace>
  <inkml:trace contextRef="#ctx0" brushRef="#br0" timeOffset="36180.6">24211 16466 0,'118'0'47,"-30"88"-31,-88-29-16,59 29 15,-59-29-15,0-1 16,0 1-16,0 0 16</inkml:trace>
  <inkml:trace contextRef="#ctx0" brushRef="#br0" timeOffset="36922.29">23419 16496 0,'-59'0'16,"59"29"0,-58-29-16,58 147 15,0-89-15,0 1 16,0-30-16,0 30 15,0 59 1,29-118-16,30 58 0</inkml:trace>
  <inkml:trace contextRef="#ctx0" brushRef="#br0" timeOffset="37615.09">24211 16143 0,'0'30'78,"0"28"-62,59-58 46,-59-29-46,59 29-16,-59-59 15,58 59 1,-28 0 15,-30 30-15,0 28-16,0 1 16,0 0-16,59-59 15</inkml:trace>
  <inkml:trace contextRef="#ctx0" brushRef="#br0" timeOffset="39005.37">24974 16554 0,'59'0'79,"29"0"-64,-29 0-15,58 0 16</inkml:trace>
  <inkml:trace contextRef="#ctx0" brushRef="#br0" timeOffset="39132.43">25033 16730 0,'0'59'32,"59"-59"-17,0 0-15,-1 0 16,-58-29-16</inkml:trace>
  <inkml:trace contextRef="#ctx0" brushRef="#br0" timeOffset="40220.5">26090 16143 0,'-59'0'16,"59"30"15,0 28-16,0 1-15,0 29 16,0 0-16,0-29 16,0 0-16,0-1 15,-59-58 17,59-29-17,0-30-15,0 1 16,0-30-16,0-1 15,0-28-15,30 29 16,-30 29-16,0 1 16,58 58-16,-58-59 15,59 59 1,0 0 0,-1 29-1,-58 30-15,59 0 16,-59-1-16,59 30 15,-59-58-15,0 28 16,58 31-16,-58-60 16,0 88-1,88-58 1</inkml:trace>
  <inkml:trace contextRef="#ctx0" brushRef="#br0" timeOffset="40473.23">26060 16349 0,'59'0'31,"0"0"-15,-1 0-16,1 0 16,-30 0-16,30 0 15</inkml:trace>
  <inkml:trace contextRef="#ctx0" brushRef="#br0" timeOffset="41721.7">26882 16143 0,'0'-58'47,"0"87"-16,0 59-15,0 0 0,0 30-1,0-60 1,0 1-1,59-59 1,-1 0-16,1 0 16,0 0-16,-1 0 15,1 0-15,0-59 16,0 59-16,-59-58 16</inkml:trace>
  <inkml:trace contextRef="#ctx0" brushRef="#br0" timeOffset="42001.68">27146 16231 0,'0'30'16,"-59"87"0,59-58-1,0 0 1,0-1-16,0-28 16,0 28-16,0 60 15</inkml:trace>
  <inkml:trace contextRef="#ctx0" brushRef="#br0" timeOffset="42559.11">27440 15879 0,'0'30'47,"0"28"-31,0 1-1,0-88 48,58 29-63,-58-88 16,88 88-16,-88-59 15,59 59 1,-59 29 15,0 30-31,0 0 16,88-1-16,-88 1 0</inkml:trace>
  <inkml:trace contextRef="#ctx0" brushRef="#br0" timeOffset="43418.86">27880 16525 0,'88'0'62,"-29"0"-62,-1 0 16,-28 0-16,87 0 15,-58 0 1,-59-29 0</inkml:trace>
  <inkml:trace contextRef="#ctx0" brushRef="#br0" timeOffset="43599.58">28144 16319 0,'0'59'32,"0"0"-17,0 0-15,0-1 16,0 1-16,0 0 16,0-1-16</inkml:trace>
  <inkml:trace contextRef="#ctx0" brushRef="#br0" timeOffset="44005.51">28760 16085 0,'0'29'32,"0"30"-17,0-1-15,0 30 16,0 1-16,0-31 16,59 1-16,-59 29 15</inkml:trace>
  <inkml:trace contextRef="#ctx0" brushRef="#br0" timeOffset="44536.44">28672 16026 0,'30'0'47,"28"0"-47,1 0 15,0 0-15,-1 0 16,30 0 0,-88 59 15,-58 29-31,-1-88 16,0 88-16,59-30 15,0 1 1,0 0-1,59-59-15,-59 59 16,59-59 0,-59 58-16,58-58 0,-58 59 31,-88 0 16,30-59-32,-1 0-15,-29 58 16</inkml:trace>
  <inkml:trace contextRef="#ctx0" brushRef="#br0" timeOffset="45756.98">29611 16231 0,'0'-58'16,"0"-1"15,-88 176 31,88-29-62,-58 30 16,58-30 0,0-29-16,0-1 15,29 30 1,30-88-16,-1 0 16,1 0-16,0 0 15</inkml:trace>
  <inkml:trace contextRef="#ctx0" brushRef="#br0" timeOffset="46025.94">29934 16437 0,'29'0'47,"59"0"-32,30 0 1,-59 0-1</inkml:trace>
  <inkml:trace contextRef="#ctx0" brushRef="#br0" timeOffset="46274.3">30316 16261 0,'0'58'47,"0"60"-32,0-59 1,0 29-1</inkml:trace>
  <inkml:trace contextRef="#ctx0" brushRef="#br0" timeOffset="46576.23">30492 16173 0,'117'29'31,"-58"88"-15,-59-58-1,0-29-15,0 28 16,0 1-16,0 0 0,-88 29 16,29-88-1,0 58-15</inkml:trace>
  <inkml:trace contextRef="#ctx0" brushRef="#br0" timeOffset="47220.52">30785 15909 0,'59'0'47,"-59"58"-47,0 1 15,0 0 1,59-59 15,-59-30-15,58 30-1,-58-58-15,59 58 16,0 0 15,-59 58-15,0 1-16,58 29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8-03T12:28:02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8628 3844 0,'0'-88'0,"0"30"31,-59 58-15,59 29 31,0 30-47,0 29 16,0 0-16,0 0 15,0 0-15,0-29 16,0-1-16,0 1 15,0-118 17,0 1-17,30-30-15,-30 0 16,0-30-16,58 30 16,-58 0-16,0 29 15,88 1-15,-88-1 16,30 59 15,-30 59-15,0-1-16,88 30 15,-88 0-15,0 30 16,59-30-16,-59-29 16,58-1-16,-58 1 0,0 0 15,0 29 1</inkml:trace>
  <inkml:trace contextRef="#ctx0" brushRef="#br0" timeOffset="213.92">8599 4021 0,'29'0'31,"30"0"-31,29-88 16,0 88-16,29 0 15</inkml:trace>
  <inkml:trace contextRef="#ctx0" brushRef="#br0" timeOffset="933.65">9420 4255 0,'0'88'15,"-58"1"1,58-31 0,0 1-16,0 29 15</inkml:trace>
  <inkml:trace contextRef="#ctx0" brushRef="#br0" timeOffset="1182.6">9919 3668 0,'0'30'16,"0"28"-1,0 1-15,0 0 16,0 0-16,0-1 16,0 1-16,0 29 15</inkml:trace>
  <inkml:trace contextRef="#ctx0" brushRef="#br0" timeOffset="1700.75">9919 3580 0,'0'-58'32,"59"58"-17,29 0 1,-29 0-16,-1 0 16,-87 58 30,-30 1-46,59 0 16,-58 29-16,58 0 16,29 0-1,30 0 1,58 29 0,-88-117-1,60 59-15,-119-59 63,-29 59-63,1-59 0,-1 0 15,-58 58 1</inkml:trace>
  <inkml:trace contextRef="#ctx0" brushRef="#br0" timeOffset="2100.19">10565 3081 0,'29'0'16,"89"-58"0,-30 58-1,-88 29-15,88-29 16,-88 117-16,0-58 16,0 29-16,0 59 15,-30-59-15,30-29 16</inkml:trace>
  <inkml:trace contextRef="#ctx0" brushRef="#br0" timeOffset="2198.21">10770 3844 0,'-58'0'16,"58"30"15,29-30-31</inkml:trace>
  <inkml:trace contextRef="#ctx0" brushRef="#br0" timeOffset="3419.78">12326 3962 0,'-88'0'0,"29"0"16,59 29 0,29 30-1,59-59-15,30 0 16,-30 0-16,0-29 0,-29 29 16,-59-88-1,58-1-15,-58 1 16,-29 88-1,-30-58-15,1 58 16,-30 0-16,29 0 16,0 29-16,59 30 15,59-59 1,0 58-16,-1-58 16,1 59-16,58 88 15,-117-30 1,59-29-16,-59 30 15,117 29-15,-117-30 16,0-88-16,0 30 0,0 0 31,-29-59-15,-30 0-16,1 0 16,-1 0-16,0 0 15,1-30-15,58-28 16,0-1-1,88 59 1,-30-59-16,1 59 16,0-58-16,-1 58 0</inkml:trace>
  <inkml:trace contextRef="#ctx0" brushRef="#br0" timeOffset="3581.22">13177 4167 0,'0'30'31,"0"28"-15,0 1-16,0 0 16,59-59-16,-59 29 15</inkml:trace>
  <inkml:trace contextRef="#ctx0" brushRef="#br0" timeOffset="3734.28">13294 3903 0,'-29'0'0,"29"-59"16,29 59 15,30 30-15,-59 58-1</inkml:trace>
  <inkml:trace contextRef="#ctx0" brushRef="#br0" timeOffset="3953.22">13412 4138 0,'0'59'0,"0"-1"0,0-28 16,58-30-16,-58 117 15,59-117-15,0 0 16,-1 0-1,-58-29-15,0-30 16,59 0 0,-59 1-16,0-1 0,0 0 15,59 59 1</inkml:trace>
  <inkml:trace contextRef="#ctx0" brushRef="#br0" timeOffset="4203.84">13881 4285 0,'0'-59'16,"59"59"0,-59-88-1,59 29 1,-118 59 15,0 30-15,59 28-16,0 30 15,30-88-15,28 59 16,1-59-16</inkml:trace>
  <inkml:trace contextRef="#ctx0" brushRef="#br0" timeOffset="4536.31">14321 4109 0,'0'58'63,"0"1"-48,59-59 1,0 0 0,-59-29-1,88 29 1,-88-59-16,59 59 15,-1 88 17,-58-29-17</inkml:trace>
  <inkml:trace contextRef="#ctx0" brushRef="#br0" timeOffset="5071.43">16317 3375 0,'-29'0'31,"29"147"-15,-59-1-1,59 1-15,0-29 16,0 28-16,0-87 16,0-30-16,0 89 15,29-118-15,30 0 16,0 0 0</inkml:trace>
  <inkml:trace contextRef="#ctx0" brushRef="#br0" timeOffset="5235.95">16200 3903 0,'117'0'16,"-58"0"-1,-30 0-15,30 0 16,-1 0-16</inkml:trace>
  <inkml:trace contextRef="#ctx0" brushRef="#br0" timeOffset="5503.91">16581 4167 0,'0'88'16,"0"-29"-16,0 0 15,0 0-15,88-59 16,59 0 0,-147-30-16,88-29 15,-88 1-15,0-1 16,0 0-16,-29 1 16,-59-30-1,29 88-15,0 0 16,59 117-1,0-58-15,0-1 16</inkml:trace>
  <inkml:trace contextRef="#ctx0" brushRef="#br0" timeOffset="5803.56">17373 4079 0,'89'0'16,"-31"0"-16,1 0 0,0 0 16,-1 0-1</inkml:trace>
  <inkml:trace contextRef="#ctx0" brushRef="#br0" timeOffset="5888.22">17432 4285 0,'118'0'15,"-30"0"1,0 0-16,0 0 0</inkml:trace>
  <inkml:trace contextRef="#ctx0" brushRef="#br0" timeOffset="8323.48">18371 4021 0,'0'-59'31,"-29"59"-16,29 29 1,0 30-16,0 0 16,0-1-16,0 1 0,0 0 15,59-1 1,-1-58-16,1 0 16,0 0-1,-1-29-15,-58-30 0,59 1 16,-59-1-16,0-29 15,-29 29-15,-30 59 16,0-88-16,1 88 16,-1 0-1,59 88-15,0 0 16,0-29-16,0 0 16,29-59-16</inkml:trace>
  <inkml:trace contextRef="#ctx0" brushRef="#br0" timeOffset="8506.9">19252 4314 0,'0'29'47,"0"30"-47,0 0 15,0 29-15</inkml:trace>
  <inkml:trace contextRef="#ctx0" brushRef="#br0" timeOffset="9026.91">20338 3668 0,'29'-88'79,"-29"30"-64,0 28 1,0 89 62,0 29-62,-29 0-16,29 59 15,-88 29-15,88-29 0,0-59 16,0 0-16,0-29 15,29-1 1,59-58 0</inkml:trace>
  <inkml:trace contextRef="#ctx0" brushRef="#br0" timeOffset="9194.37">20338 3991 0,'29'0'16,"88"0"-1,-58 0-15,0 0 16</inkml:trace>
  <inkml:trace contextRef="#ctx0" brushRef="#br0" timeOffset="9457.33">20719 4226 0,'88'-59'31,"30"1"-15,-118-1-16,58 59 15,-58-59-15,0 1 31,0 146 1,0-30-32,0 60 15,0-60-15,0-28 16,0 28-16,0 1 16,0 0-1</inkml:trace>
  <inkml:trace contextRef="#ctx0" brushRef="#br0" timeOffset="9624.87">20836 4520 0,'30'-30'31,"29"30"-31,-1 0 16,1 0-16,0 0 15,-1 0 1</inkml:trace>
  <inkml:trace contextRef="#ctx0" brushRef="#br0" timeOffset="10009.25">21629 3903 0,'117'0'16,"-58"0"-1,-30 0-15,30 0 16,0 0-16,-1 0 15</inkml:trace>
  <inkml:trace contextRef="#ctx0" brushRef="#br0" timeOffset="10127.79">21658 4079 0,'0'59'0,"88"-59"15,-29 0 1,29 0-16,-29 0 15,-1 0-15</inkml:trace>
  <inkml:trace contextRef="#ctx0" brushRef="#br0" timeOffset="10683.39">22539 3756 0,'0'88'47,"117"-29"-47,-58 0 15,-59 29-15,88 0 16,-88 0-1,0-29 1,-30-59 0,-28 0-16,-1 0 0,0 0 15,30 0 1,29-30-16</inkml:trace>
  <inkml:trace contextRef="#ctx0" brushRef="#br0" timeOffset="10825.56">22744 3668 0,'147'0'15,"-89"0"1,1-58-16,0 58 16,0 0-16,-1 0 0</inkml:trace>
  <inkml:trace contextRef="#ctx0" brushRef="#br0" timeOffset="19139.34">12150 2494 0,'-59'0'15,"147"0"110,-59 0-125,30 0 16,0 0-16,-1 0 15,1 0-15,-59 59 16,88-59-16,-29 0 16,0 0 77,-59-29-61</inkml:trace>
  <inkml:trace contextRef="#ctx0" brushRef="#br0" timeOffset="20916.46">21629 1995 0,'-59'0'15,"88"0"32,30 0-47,0 0 16,58 0-16,59 0 16,59 0-16,88 88 15,88-88-15,58 0 16,1 0-16,-1 0 15,-58 88-15,-117-88 16,-59 0-16,-1 0 16,-28 88-16,-59-88 15,-59 0-15,29 0 16,30 0-16,-59 0 16,-30 0-16,1 0 15,29 0 1,-29 0-1,-59 59 32,-29-59-47</inkml:trace>
  <inkml:trace contextRef="#ctx0" brushRef="#br0" timeOffset="24505.41">11856 5694 0,'0'-59'47,"0"88"15,0 118-46,-29-59-16,29 0 16,0 0-16,0 30 15,0-30-15,0 0 16,0-29-16,0-1 16,29 30-16,30-88 15,-59 59 1,88-59-16,29 0 15</inkml:trace>
  <inkml:trace contextRef="#ctx0" brushRef="#br0" timeOffset="24704.76">11915 6281 0,'-59'0'16,"89"0"0,28-59-16,1 59 15,29 0-15,-29 0 16,-1 0-16,1 0 16</inkml:trace>
  <inkml:trace contextRef="#ctx0" brushRef="#br0" timeOffset="24997.02">12267 6545 0,'0'59'0,"0"-1"31,88-58-16,-29 0-15,0 0 16,-1-58-16,1 58 16,-59-118-16,0 30 15,0 29 1,-29 59 0,-30 0-16,0 0 15,0 0-15,1 89 16,58-1-1</inkml:trace>
  <inkml:trace contextRef="#ctx0" brushRef="#br0" timeOffset="25574.14">13382 6251 0,'59'0'47,"0"0"-47,-1 0 15,1 0 1,0 0-16,29 59 16</inkml:trace>
  <inkml:trace contextRef="#ctx0" brushRef="#br0" timeOffset="25702.44">13470 6574 0,'0'59'15,"88"-59"1,0 0-16,30 0 16,-30 0-16,-29 0 15</inkml:trace>
  <inkml:trace contextRef="#ctx0" brushRef="#br0" timeOffset="38984.75">15026 6193 0,'-30'0'109,"30"29"-109,0 0 16,0 30-16,0 0 15,0 0-15,0-1 16,59 1-16,0-59 16,-1 0-1,30 0-15,-29-29 0,29 29 16,0-147-1,-29 88-15,-59 0 0,59 1 16,-59-1 0,0 0-16,-30 1 15,-28 58-15,-1-59 16,0 59-16,-29 0 0,29 0 16,1 0-16,58 29 15,-59 30-15,59 0 16,0 29-16,0-30 15</inkml:trace>
  <inkml:trace contextRef="#ctx0" brushRef="#br0" timeOffset="39533.24">16669 6222 0,'-29'0'0,"58"0"15,30 0 1,0-59-16,29 59 15,0 0-15,-30 0 16,1 0-16</inkml:trace>
  <inkml:trace contextRef="#ctx0" brushRef="#br0" timeOffset="39652.81">16581 6457 0,'29'88'31,"30"-88"-15,29 0-16,30 0 16,-1 0-16,-58-59 0</inkml:trace>
  <inkml:trace contextRef="#ctx0" brushRef="#br0" timeOffset="41663.75">21658 1907 0,'-59'0'47,"59"59"-32,0 0 1,0-1-16,0 1 16,0 0-16,0-1 15,0 30 1,0-117 46,-58-30-46,116 59 78,31 0-79,57 0 1,-87 30 0,0-30-16,29 0 15,0 0-15,0 0 16,29 0-16,1 0 16,-30 0-16,58 0 15,-58 0-15,0 0 16,30 88-16,-30-88 15,0 0-15,29 0 16,30 0-16,-30 0 16,30 0-16,-29 0 15,28 0-15,-28 0 16,28 0-16,-28 0 16,29 59-16,-59-59 15,29 0-15,0 0 0,-29 0 16,30 58-16,-30-58 15,-29 0-15,-1 0 16,30 0 0,-29 0-16,0 0 0,-1 0 15,1 0 1,29 0-16,-29 0 16,-1 0-16,1 0 15,-30 0-15,30 0 16,0 0-16,0 0 0,-1 0 15,30 0 1,-29 0 15,-59-29-15,0-59 0,0 0-1,0 0 1,59 29-1,-59 118 32</inkml:trace>
  <inkml:trace contextRef="#ctx0" brushRef="#br0" timeOffset="58712.7">18547 5987 0,'0'-58'0,"-58"58"0,58-30 16,0-29 0,-59 59 15,59 30 0,0 58-15,0 0-1,0 0-15,0 0 0,0-29 16,0-1-16,0 1 16,0-88 15,0-30-16,0 0-15,0-29 16,0 0 0,59-58-16,-59 57 0,58 1 15,-58 30 1,0-1-16,59 59 16,-59-59-16,59 59 31,-59 30-16,0 28-15,58 1 16,-58 0-16,0-1 0,59 31 16,-59-31-1,0 1-15,0 29 16,59-29 0</inkml:trace>
  <inkml:trace contextRef="#ctx0" brushRef="#br0" timeOffset="59015.95">18225 6017 0,'58'0'31,"1"0"-15,0 0-16,-1 0 15,1 0-15,0 0 16,-1 0-16</inkml:trace>
  <inkml:trace contextRef="#ctx0" brushRef="#br0" timeOffset="59417.87">19398 6105 0,'118'0'31,"-59"0"-15,29 0-1,-30 0-15,1 0 16,0 0-16,-1 0 16</inkml:trace>
  <inkml:trace contextRef="#ctx0" brushRef="#br0" timeOffset="59654.66">19692 5929 0,'-59'0'0,"59"29"15,0 30 1,0-1-1,0-28-15,0 28 16,0 1-16,0 0 16,0-1-1</inkml:trace>
  <inkml:trace contextRef="#ctx0" brushRef="#br0" timeOffset="60120.04">20367 5752 0,'0'59'31,"0"29"-15,0 30 0,59-30-16,-59-30 0,0 1 15,0 0-15,58-59 16,-58 58-16</inkml:trace>
  <inkml:trace contextRef="#ctx0" brushRef="#br0" timeOffset="60732.93">20455 5606 0,'0'-30'16,"29"30"-1,30 0 1,0 0 0,-1 0-1,-146 0 48,0 88-63,59-88 15,29 59 1,0-30 0,0 30 15,59-59-31,-1 0 16,-58 59-1,59-59-15,-59 59 16,29-59-16,-29 58 15,88 1 1,-88 0 0,-58-1-1,28-58 1,-28 0 0,58 59-1</inkml:trace>
  <inkml:trace contextRef="#ctx0" brushRef="#br0" timeOffset="61451.93">20220 5606 0,'-29'0'0,"29"58"78,29 1-78,-29 0 16,0-1-16,0 1 16,59 0-16</inkml:trace>
  <inkml:trace contextRef="#ctx0" brushRef="#br0" timeOffset="62605.6">20279 5606 0,'0'-30'78,"0"-28"-47,29 58-15,30 0-1,0 0 1,-1 0 0,1 0-1,0 29 17,-59 59-17,0-29 1,-30-59-1,-28 58 1,-30-58-16,-30 59 16,60-59-1,87 0 157,30 0-141,29 0-15,-30 0 15,1 0-15,-59 59 0,59-59-1,-59 59-15,0-1 16,0 1-1,0 0 1,0-1 15,-30-58-31,-58 0 16,30 0 0,-1 0-1,59-29 16</inkml:trace>
  <inkml:trace contextRef="#ctx0" brushRef="#br0" timeOffset="63058.32">20308 5899 0,'0'-59'16,"-58"59"0,58-58-1,0 146 63,0-59-62,0 30-16,58 29 16,-58-59-16,59 89 15,-59-60 1</inkml:trace>
  <inkml:trace contextRef="#ctx0" brushRef="#br0" timeOffset="64524.93">18401 6075 0,'0'-58'16,"0"87"46,0 30-30,0-89 14,0-28-14,0-1-17,58 59 1,1-59 0,0 59 15,-1 0 0,-58 30-31</inkml:trace>
  <inkml:trace contextRef="#ctx0" brushRef="#br0" timeOffset="64756.02">18489 6105 0,'58'0'32,"1"0"-32,0 0 15,-1 0-15,1 0 16,0 0-16</inkml:trace>
  <inkml:trace contextRef="#ctx0" brushRef="#br0" timeOffset="66157.39">18900 6105 0,'-30'0'15,"30"58"110,0 60-109,30-118-16,-30 88 16</inkml:trace>
  <inkml:trace contextRef="#ctx0" brushRef="#br0" timeOffset="75684.28">20396 4901 0,'59'0'16,"29"0"-1,0 0-15,0 0 16,29 0-16,-28 0 16,-1 0-16,-30 0 15,1 0 1</inkml:trace>
  <inkml:trace contextRef="#ctx0" brushRef="#br0" timeOffset="76819.75">12091 7367 0,'-59'0'16,"59"29"-16,-58-29 0,58 88 16,-59-29-1,59 29-15,0 59 16,-59-30-16,59 1 15,0-30-15,0-30 0,30 1 16,28 29 0,30-88-1,-29 0-15,88 0 16</inkml:trace>
  <inkml:trace contextRef="#ctx0" brushRef="#br0" timeOffset="77018">11915 8101 0,'29'-59'31,"30"59"-31,0 0 15,29 0-15,-30 0 16,1-59-16</inkml:trace>
  <inkml:trace contextRef="#ctx0" brushRef="#br0" timeOffset="77367.36">12443 8247 0,'0'-29'32,"88"29"-32,-88-59 15,88 59-15,-88-88 16,59 88-16,-59-58 0,0 87 62,0 0-46,0 30-16,0 0 16,0-1-16,0 1 15,0 0-15,0 0 16,59-1-1</inkml:trace>
  <inkml:trace contextRef="#ctx0" brushRef="#br0" timeOffset="77554.07">12561 8482 0,'29'0'31,"30"0"-31,-1 0 0,1 0 16,0 0-16,-1 0 15</inkml:trace>
  <inkml:trace contextRef="#ctx0" brushRef="#br0" timeOffset="78068.17">13500 8042 0,'-59'0'16,"88"-59"15,59 59-15,-29 0-16,0 0 15,-1 0-15,1 0 16,0 30-16</inkml:trace>
  <inkml:trace contextRef="#ctx0" brushRef="#br0" timeOffset="78222.27">13529 8189 0,'59'0'47,"-1"0"-47,1 0 16,0 0-16,-1 0 15,1 0-15</inkml:trace>
  <inkml:trace contextRef="#ctx0" brushRef="#br0" timeOffset="78644.84">14703 7925 0,'0'58'31,"0"89"-15,59-88-16,-59-1 16,58-58-16,-58 88 15,-29-88 32,-30 0-47,1 0 16,-1 0-1,59-29 1,29 29 0</inkml:trace>
  <inkml:trace contextRef="#ctx0" brushRef="#br0" timeOffset="78847.02">14586 7866 0,'58'-59'16,"1"59"-1,29-59-15,0 59 0,59 0 16,-59 0-16,0 0 16,0 0-16</inkml:trace>
  <inkml:trace contextRef="#ctx0" brushRef="#br0" timeOffset="79688.87">16640 7778 0,'29'0'31,"1"0"-31,87-30 16,-29 30-16,0 0 15,0 0-15,0 30 16</inkml:trace>
  <inkml:trace contextRef="#ctx0" brushRef="#br0" timeOffset="79790.64">16699 8101 0,'29'0'16,"59"0"0,0 0-16,59 0 15,-59-30-15</inkml:trace>
  <inkml:trace contextRef="#ctx0" brushRef="#br0" timeOffset="81433.19">25062 2993 0,'0'-58'16,"-29"58"0,29-59-16,29 88 62,-29 30-62,89 0 16,-89 29-16,88 29 15,-88-29-15,117-29 16,-29-59-16</inkml:trace>
  <inkml:trace contextRef="#ctx0" brushRef="#br0" timeOffset="81629.23">25532 3023 0,'0'29'32,"0"118"-17,29-59 1,-29 0-16,59 29 15,-59-87-15,59-30 16</inkml:trace>
  <inkml:trace contextRef="#ctx0" brushRef="#br0" timeOffset="81991.62">24945 3111 0,'-59'-88'15,"59"0"17,30-59-17,-30 88-15,88 59 16,-88-29-16,88 29 16,-29 0-16,29 0 15,29 0-15,-29 58 16,29 30-16,-58 1 15</inkml:trace>
  <inkml:trace contextRef="#ctx0" brushRef="#br0" timeOffset="84726.89">18137 7514 0,'0'29'62,"0"59"-46,-30-88-16,30 88 0,0-29 15,0 29 1,0-29 0,59-59-1,58 0-15,-29 0 16,0 0-16,0 0 16,-29 0-16,0 0 15,29 0 1</inkml:trace>
  <inkml:trace contextRef="#ctx0" brushRef="#br0" timeOffset="84993.12">18401 7660 0,'0'30'31,"0"116"1,0-87-32,0-29 15,0 28-15,0 1 0,0 0 16,0-1-16,0 1 15</inkml:trace>
  <inkml:trace contextRef="#ctx0" brushRef="#br0" timeOffset="85495.46">19076 7572 0,'0'30'15,"0"28"-15,58 1 16,-58 0-16,0-1 15,0 1-15,0 0 16,0-88 15,0-30-15,0 0-16,0-29 16,0 0-1,59-29-15,-59 29 16,59 29-16,-59 0 0,58 59 15,1 0 1,0 0 0,-59 29-1,0 60-15,0 28 16,0-29-16,58 0 16,-58-29-16,0-1 15,59-58-15,-59 89 16,59-89-1</inkml:trace>
  <inkml:trace contextRef="#ctx0" brushRef="#br0" timeOffset="85695.11">19134 7660 0,'59'0'16,"29"0"-1,29 0-15,-29 0 16,1 0-16,-31 0 16</inkml:trace>
  <inkml:trace contextRef="#ctx0" brushRef="#br0" timeOffset="87111.65">20572 7778 0,'59'0'62,"0"0"-62,-1 0 16,1 0-16,0 0 15,29 0 1,-147 0 15,-29 0-15,-29 0-16,29 0 16,29 0-16,264 0 31,-28 0-16</inkml:trace>
  <inkml:trace contextRef="#ctx0" brushRef="#br0" timeOffset="91284.57">21805 7426 0,'59'29'47,"-59"30"-32,0 29-15,0 0 0,0-30 16,0 1-1,58 0-15,-58 0 16,0 58 0</inkml:trace>
  <inkml:trace contextRef="#ctx0" brushRef="#br0" timeOffset="91813.77">21834 7367 0,'0'-59'15,"30"59"1,58-59 0,-30 59-16,1 0 15,0 0-15,-1 0 16,30 0-16,-88 30 31,0-1-15,-88-29-16,-29 147 15,29-147-15,29 88 16,1-29 0,58-1-1,58-58 1,1 0-16,0 59 16,-1-59-16,1 59 15,0-59-15,-1 58 0,-58 1 47,-29-59-47,-30 0 16,-29 59-16,0-59 15,30 0-15,-30 117 16,58-117-16</inkml:trace>
  <inkml:trace contextRef="#ctx0" brushRef="#br0" timeOffset="114890.32">23390 6251 0,'58'0'94,"1"0"-94,-59-58 15</inkml:trace>
  <inkml:trace contextRef="#ctx0" brushRef="#br0" timeOffset="115030.48">23507 6017 0,'0'-59'16,"59"59"15,-59-29-31,58 29 16</inkml:trace>
  <inkml:trace contextRef="#ctx0" brushRef="#br0" timeOffset="115160.79">23654 6163 0,'0'30'32,"29"-30"-17</inkml:trace>
  <inkml:trace contextRef="#ctx0" brushRef="#br0" timeOffset="115839.32">25062 5165 0,'-58'0'16,"-1"0"-1,0 0 1,59 30-16,0 58 15,0 0 1,0-29 0,0-1-16,59 30 15,29 30-15,-88-30 16,88 0-16,-88-29 16,59-1-16,-59 1 15,0 0-15,0-1 0,0 1 16,-59 0-1,59-1-15,-147-58 0,89 118 16,-1-118 0,59 59-1,29-59 1,30 0-16,0 0 0,-1 0 31,31 0-31,-89 29 16,88 88-16,-88-29 15,88 89-15,-88 28 16,0-88-16,0-58 16,0 0-16,0 0 15,0-1 1,88-58 15</inkml:trace>
  <inkml:trace contextRef="#ctx0" brushRef="#br0" timeOffset="116372.8">26119 5371 0,'0'59'31,"88"-1"-16,-88 60-15,0-30 0,0-30 16,0 30 0,0-146 31,0-30-47,0-30 15,0 30-15,59 30 16,-59-1-16,58 0 15,-58 0 1,59 59-16,0 0 31,-1 59-15,-58 0-16,59 0 16,-59-1-16,59 30 15,-59-58-15,0 28 16,59 30-16,-59-58 0</inkml:trace>
  <inkml:trace contextRef="#ctx0" brushRef="#br0" timeOffset="116606.14">26354 5547 0,'29'0'16,"30"0"-1,-1 0 1,1 0 0,0 0-16,29 0 15,-29 0 1</inkml:trace>
  <inkml:trace contextRef="#ctx0" brushRef="#br0" timeOffset="116940.61">27058 5606 0,'29'-30'31,"30"30"-31,29 0 16,0 0-1,30 0-15,-60 0 16,-28 0-16</inkml:trace>
  <inkml:trace contextRef="#ctx0" brushRef="#br0" timeOffset="117155.44">27293 5400 0,'0'-59'0,"0"89"47,0 29-32,29-1-15,-29 1 0,0 0 16,0-30 0,0 30-16</inkml:trace>
  <inkml:trace contextRef="#ctx0" brushRef="#br0" timeOffset="117441.74">27645 5195 0,'0'58'16,"59"1"-16,-59 0 16,0 0-1,58-1-15,-58 1 0,0 0 16</inkml:trace>
  <inkml:trace contextRef="#ctx0" brushRef="#br0" timeOffset="117910.42">27733 5077 0,'-29'0'0,"175"0"32,-87 0-17,0 0-15,0 0 16,-1 0-16,-58 30 16,-58 87-1,-1-117 1,0 88-1,0 0-15,59 30 16,59-30 0,59-30-1,-30-58 1,-88 59-16,58-59 16,-175 0 30,88 0-30,29 59-16,-118-59 16,118 58-1</inkml:trace>
  <inkml:trace contextRef="#ctx0" brushRef="#br0" timeOffset="118226.35">28672 5400 0,'30'0'31,"28"0"-31,1 0 16,0 0-16,-30 0 16,30 0-1,-59 30 1</inkml:trace>
  <inkml:trace contextRef="#ctx0" brushRef="#br0" timeOffset="118344.14">28790 5694 0,'29'0'32,"30"0"-32,-30 0 0,88 0 15,-29 0-15,-29 0 16</inkml:trace>
  <inkml:trace contextRef="#ctx0" brushRef="#br0" timeOffset="118659.57">29582 5518 0,'-29'58'16,"29"1"0,0 0-16,29-1 15,118 1 1,-89-59-16,1 0 16,0 0-16,-1-29 15,1-59 1,-59 29-16,0 0 15,0 1-15,-29 58 0,-1 0 16,-87 0-16,29 0 16,29 0-16,59 29 15</inkml:trace>
  <inkml:trace contextRef="#ctx0" brushRef="#br0" timeOffset="120574.09">26236 6574 0,'-58'-58'16,"58"87"62,0 30-78,0 29 0,0 0 16,0-30-1,0 1-15,0 0 16,0 0 0,29-59-16,30 0 0,-30 0 31,88 0-31,-29 0 0,1 0 0,-1-30 16,-30 30-16,-58-58 15</inkml:trace>
  <inkml:trace contextRef="#ctx0" brushRef="#br0" timeOffset="120812.31">26647 6809 0,'0'29'16,"0"30"-1,0 0 1,0 29-16,0-29 0,0-1 16,0 1-1</inkml:trace>
  <inkml:trace contextRef="#ctx0" brushRef="#br0" timeOffset="121329.05">27234 6692 0,'0'58'47,"0"30"-32,0 1-15,0-31 0,0 60 16,30-118-1,-30-30 17,0-28-17,0-1-15,0-29 16,88-30-16,-88 60 16,0-1-16,58 59 15,-58-59-15,59 59 16,-30 0-1,-29 88 1,0-29 0,88 0-16,-88-1 0,0 1 15,59 0-15,0 29 16,-1-88 15</inkml:trace>
  <inkml:trace contextRef="#ctx0" brushRef="#br0" timeOffset="121530.44">27175 6985 0,'118'0'31,"29"-29"-31,-30 29 16,30 0-16,-59 0 16,-30 0-16</inkml:trace>
  <inkml:trace contextRef="#ctx0" brushRef="#br0" timeOffset="121779.59">28173 6927 0,'30'0'15,"58"0"1,-30 0 0,1 0-16</inkml:trace>
  <inkml:trace contextRef="#ctx0" brushRef="#br0" timeOffset="122024.33">28584 6604 0,'0'29'47,"0"30"-47,59-1 0,-59 1 15,59 59-15,-59-89 16,0 30-16</inkml:trace>
  <inkml:trace contextRef="#ctx0" brushRef="#br0" timeOffset="122474.23">28643 6428 0,'59'0'15,"-1"0"1,1 0-16,0 0 15,-1 0-15,-28 0 16,-30 29 0,0 59-1,-88-88-15,29 117 16,59-87 0,0 28-1,59 30 1,-1-88-16,1 59 15,29-59 1,-88 59-16,-29 0 31,-30-59-15,-29 0-16,29 58 16,1-58-16,58 59 15</inkml:trace>
  <inkml:trace contextRef="#ctx0" brushRef="#br0" timeOffset="122811.49">29523 6868 0,'59'0'31,"29"-88"-31,29 88 16,-87 0-16,28 0 15,1 0 1,-59 29-16</inkml:trace>
  <inkml:trace contextRef="#ctx0" brushRef="#br0" timeOffset="122918.25">29611 7073 0,'88'0'32,"-29"0"-32,0 0 15,-1 0-15,1 0 0</inkml:trace>
  <inkml:trace contextRef="#ctx0" brushRef="#br0" timeOffset="123239.94">30316 6750 0,'58'0'15,"-58"30"-15,59-30 16,-59 88 0,88-88-16,-88 88 0,59-88 15,-59 59-15,0-1 32,-59-58-32,0 0 15,-29 0 1,0-29-16</inkml:trace>
  <inkml:trace contextRef="#ctx0" brushRef="#br0" timeOffset="123364.34">30316 6457 0,'0'-59'16,"117"59"-16,-29-59 16,59 59-16,-30 0 15,1 0-15,-30 0 16</inkml:trace>
  <inkml:trace contextRef="#ctx0" brushRef="#br0" timeOffset="125506.56">27381 6838 0,'0'-29'47,"0"88"31,0 88-62,0-89-16,29 1 15,-29 0-15,0-1 16,0 30-1,59-88-15,-59 59 16</inkml:trace>
  <inkml:trace contextRef="#ctx0" brushRef="#br0" timeOffset="126083">27264 6897 0,'0'-59'16,"0"89"62,0 29-78,0-1 16,0 1-16,29 0 15,-29-1-15,0 30 16,59-88 0,-59 59-16</inkml:trace>
  <inkml:trace contextRef="#ctx0" brushRef="#br0" timeOffset="126816.62">27410 6809 0,'0'-59'0,"-58"59"31,58-58-15,0 87 155,29-29-77,-29-29-94,59 29 0,-30 0 31,30 0-15,-1 0 15,1 29-15,-59 30 0,59-59-1,-59 88-15,0 0 16,88 29-1,-88-29 1,0 0 0,58-88-1,-58 88-15,0-29 16</inkml:trace>
  <inkml:trace contextRef="#ctx0" brushRef="#br0" timeOffset="127089.78">27322 7073 0,'30'0'0,"28"-58"15,1 58 1,58 0-16,-29 0 16,0 0-16,-29 0 15</inkml:trace>
  <inkml:trace contextRef="#ctx0" brushRef="#br0" timeOffset="128165.05">25385 5283 0,'0'117'63,"0"-29"-48,30-88 1,-30 88-16</inkml:trace>
  <inkml:trace contextRef="#ctx0" brushRef="#br0" timeOffset="128552.64">25268 5077 0,'-59'0'0,"1"88"31,58 30-31,0-30 0,0 0 15,0 0-15,0-29 16,58-1-16,89-58 31,-88 0-31,-1-58 16,1-1-16,0 0 16,-59-58-16,0 29 0,0 0 15,0 29 1,0 0-16,-118 1 15,60 58-15,-1 0 16,0 29 0,59 30-16,0 58 15,-58 30 1,58-88-16</inkml:trace>
  <inkml:trace contextRef="#ctx0" brushRef="#br0" timeOffset="129322.1">25473 6750 0,'59'0'31,"-59"59"-15,0 59 0,0-60-16,-29 1 15,-30 29 1,88-88 31,30 0-32,-30 0 17,59-29-32</inkml:trace>
  <inkml:trace contextRef="#ctx0" brushRef="#br0" timeOffset="129622.19">25385 6662 0,'-88'0'0,"30"30"16,58 28-16,-118 1 15,118 59-15,0-30 0,0 0 16,118 29-16,-60-117 15,1 59-15,58-59 16,-29 0-16,0-118 16,30 60-16,-60-1 15,-58-58-15,0 28 16,0 1-16,0 30 16,-117 58-16,29-59 15,0 59-15,0 0 16,29 29-16,-29 30 15,30 29-15,58 30 16</inkml:trace>
  <inkml:trace contextRef="#ctx0" brushRef="#br0" timeOffset="133550.29">25532 7983 0,'-59'-58'31,"1"58"16,-1 0-16,176 0 16,-29 0-31,59 0-16,-30 0 15,60 0-15,-1 0 16,58 0-16,1 0 16,29 0-16,-29 0 15,0 0-15,58 0 16,1 0-16,-59 0 15,-1 0-15,1 0 0,-29 0 16,-89 0 0,30 0-16,-30 0 15,30 0-15,-30 29 0,30-29 16,-30 0 0,1 0-16,-30 0 0,-30 0 15,1 0-15,29 0 16,-29 0-1,0 0 1</inkml:trace>
  <inkml:trace contextRef="#ctx0" brushRef="#br0" timeOffset="141262.94">24006 8512 0,'0'58'63,"0"60"-48,0-30 1,0-30 0</inkml:trace>
  <inkml:trace contextRef="#ctx0" brushRef="#br0" timeOffset="141708.65">23742 8365 0,'-88'29'16,"88"30"-1,0 0-15,-59 29 0,59 0 16,0 29-16,0-29 16,0-29-16,88 29 15,30-88 1,-60 0 0,1-29-16,0-30 15,-1 0-15,-58-29 16,0 29-16,0-58 0,0 29 15,0 29 1,0 1-16,-88 58 16,30-59-16,-1 59 15,0 0-15,0 29 0,59 30 16,-58 0-16,58 58 16,0-58-16,0-30 15</inkml:trace>
  <inkml:trace contextRef="#ctx0" brushRef="#br0" timeOffset="142049.29">24534 8688 0,'0'58'62,"0"1"-46,0 0 0,59 0-16,-59-1 15,0 1-15</inkml:trace>
  <inkml:trace contextRef="#ctx0" brushRef="#br0" timeOffset="142230.07">24505 8805 0,'-59'0'15,"147"0"1,0 0-16,0 0 16,0 0-16,0 0 15,-29 0-15</inkml:trace>
  <inkml:trace contextRef="#ctx0" brushRef="#br0" timeOffset="142538.5">25121 8629 0,'59'0'15,"0"0"1,-59 59-16,0 29 31,0-30-31,-30 1 0,30 0 16,88-59 31,-29 0-47,0 0 15,-1-29-15</inkml:trace>
  <inkml:trace contextRef="#ctx0" brushRef="#br0" timeOffset="144607.37">25385 8394 0,'0'-59'15,"-58"59"1,-1 0 0,0 0-1,-29 59 1,88 0-1,-59 0-15,59-1 16,-88 30-16,88 0 16,0 0-16,0 30 15,59-30-15,0-29 16,0-1-16,29-58 16,29 59-16,-29-59 15,0 0-15,0 0 0,0 0 16,0-59-16,-29 1 15,-59-1-15,0 0 16,0-29-16,0 0 16,-30-29-16,-58 58 15,0 59-15,0-88 16,0 88-16,30 0 16,-1 0-16,0 0 31,59 59-31</inkml:trace>
  <inkml:trace contextRef="#ctx0" brushRef="#br0" timeOffset="145319.07">23771 8688 0,'0'-59'15,"0"0"32,0 118-16,0 0-15,0 58-16,0-29 16,0-29-16</inkml:trace>
  <inkml:trace contextRef="#ctx0" brushRef="#br0" timeOffset="148626.35">26442 8629 0,'0'-59'15,"0"118"63,29 0-62,59-1-16,-29 1 16,0 29-16,-59-58 0,58-30 15,-58 117 1,0-58 15,-58-59-31,-1 0 0,0 0 16,0 0-16,-29 0 31,88-88-31</inkml:trace>
  <inkml:trace contextRef="#ctx0" brushRef="#br0" timeOffset="148804.64">26471 8541 0,'0'-59'15,"0"1"1,118 58 0,-60 0-16,30 0 0,-29 0 15,0 0-15,29 29 16</inkml:trace>
  <inkml:trace contextRef="#ctx0" brushRef="#br0" timeOffset="149103.85">27117 8600 0,'0'-59'110</inkml:trace>
  <inkml:trace contextRef="#ctx0" brushRef="#br0" timeOffset="149655.09">27146 8482 0,'0'30'63,"0"28"-63,0 30 0,29 59 15,-29 0 1,0-59-16,0-29 0,0-1 15,0-116 17,0-1-17,0-58-15,0 58 16,0-29 0,0 0-16,59 29 15,-59 0-15,0 1 0,59 58 16,-59-59-1,59 59 1,-1 0 0,1 29 15,-59 30-31,0 0 0,59-1 16,-59 1-16,0 0 15,88-1-15,-88 1 0,0 0 16,0 29-1,58-88 1</inkml:trace>
  <inkml:trace contextRef="#ctx0" brushRef="#br0" timeOffset="149820.28">27234 8893 0,'30'0'32,"87"0"-17,30 0-15,-59 0 16,0 0-16,-30 0 16</inkml:trace>
  <inkml:trace contextRef="#ctx0" brushRef="#br0" timeOffset="150721.35">27850 6075 0,'-58'-58'0,"116"58"47,1 0-31,0 0-16,0 0 16,29 0-1</inkml:trace>
  <inkml:trace contextRef="#ctx0" brushRef="#br0" timeOffset="150853.04">27762 6193 0,'30'0'16,"28"0"-1,1-30-15,0 30 16</inkml:trace>
  <inkml:trace contextRef="#ctx0" brushRef="#br0" timeOffset="151619.44">28584 7543 0,'-29'0'0,"87"-88"31,60 88-15,-59 0-1,-1 0-15,-58 29 32,-58-29-17,-30 0-15,-30 88 16,89-88-16,87 0 31,31 0-15,28 0-16</inkml:trace>
  <inkml:trace contextRef="#ctx0" brushRef="#br0" timeOffset="152491.39">28643 8805 0,'29'-59'31,"30"59"-31,0 0 16,-1 0-1,-28 0-15,87 0 16,-117 30-1</inkml:trace>
  <inkml:trace contextRef="#ctx0" brushRef="#br0" timeOffset="152619.6">28731 8893 0,'29'0'32,"30"0"-17,0 0-15,-1 0 0,1 0 16,0 0-1,-30 0-15</inkml:trace>
  <inkml:trace contextRef="#ctx0" brushRef="#br0" timeOffset="152923.9">29670 8629 0,'0'29'32,"88"-29"-17,-88 88-15,59-29 16,-59 0-16,0 29 15,-30 0 1,-28-88-16,-1 0 16,0 0-16,1 0 15,-1 0-15</inkml:trace>
  <inkml:trace contextRef="#ctx0" brushRef="#br0" timeOffset="153059.1">29729 8335 0,'88'0'0,"0"0"15,29 0-15,-29 0 0,-29 0 16</inkml:trace>
  <inkml:trace contextRef="#ctx0" brushRef="#br0" timeOffset="154026.35">26090 10302 0,'-88'-29'16,"146"29"30,30 0-30,-29 0 0,-59-118-16</inkml:trace>
  <inkml:trace contextRef="#ctx0" brushRef="#br0" timeOffset="154155.69">26266 9774 0,'58'0'31,"1"58"-15,-59 31 0</inkml:trace>
  <inkml:trace contextRef="#ctx0" brushRef="#br0" timeOffset="154284.44">26442 10067 0,'88'59'46,"-88"0"-30,29-59 0</inkml:trace>
  <inkml:trace contextRef="#ctx0" brushRef="#br0" timeOffset="154761.96">27205 10009 0,'0'58'15,"0"1"-15,0 0 16,-30-1-16,30 1 16,0 0-16,0 0 15,0-89 17,0-29-17,0 1 1,0-1-16,0-29 0,30 29 15,-30 1-15,0-1 16,59 59-16,-59-59 16,58 59-1,30 0 1,-88 59 0,59 0-1,-59-1-15,0 30 16,59 30-16,-59-30 15,0 0-15,0-29 0,58-59 16</inkml:trace>
  <inkml:trace contextRef="#ctx0" brushRef="#br0" timeOffset="154985.14">27264 10302 0,'0'-59'32,"29"59"-32,30 0 15,-1 0-15,1 0 16,0 0-16,-1 0 15</inkml:trace>
  <inkml:trace contextRef="#ctx0" brushRef="#br0" timeOffset="155293.51">27997 10126 0,'59'0'16,"0"0"-16,-1 0 15,1 0 1,0 0-16,29 0 16</inkml:trace>
  <inkml:trace contextRef="#ctx0" brushRef="#br0" timeOffset="155408.32">28056 10302 0,'29'0'15,"30"0"1,29 0-16,29 0 16,-58 0-16</inkml:trace>
  <inkml:trace contextRef="#ctx0" brushRef="#br0" timeOffset="155776.85">28760 9921 0,'0'-59'15,"0"118"17,59 29-17,-59-59-15,88 59 16,0 0 0,-88-29-1,-29-59 1,-30 0-16,0 0 15,-29 0 1,30 0 0,58-30-16</inkml:trace>
  <inkml:trace contextRef="#ctx0" brushRef="#br0" timeOffset="155944.82">28790 9862 0,'88'-59'16,"-30"59"-16,1 0 0,29 0 16,0 0-1,-29 0-15,-1 0 0</inkml:trace>
  <inkml:trace contextRef="#ctx0" brushRef="#br0" timeOffset="156278.57">28702 10566 0,'29'0'15,"59"0"-15,0 0 16,59 0-16,-59 0 15,-30-58-15,1 58 16,0 0-16</inkml:trace>
  <inkml:trace contextRef="#ctx0" brushRef="#br0" timeOffset="156533.51">28936 10772 0,'30'0'15,"-30"58"-15,88-58 16,-88 89-16,88-89 16,-88 117-16,0-29 15,0-29 1,-59-59-1,0 58 1,1-58 0,58-58-1</inkml:trace>
  <inkml:trace contextRef="#ctx0" brushRef="#br0" timeOffset="156664.91">29112 10830 0,'59'0'16,"29"0"-16,0 0 31,30 0-31</inkml:trace>
  <inkml:trace contextRef="#ctx0" brushRef="#br0" timeOffset="156964.93">29993 10331 0,'0'-58'16,"58"58"0,1 0-16,0 0 15,0 0-15,-1 0 16,1 0 0,-59 29-16</inkml:trace>
  <inkml:trace contextRef="#ctx0" brushRef="#br0" timeOffset="157079.59">30051 10537 0,'30'0'31,"29"0"-31,29 0 16,-30 0-16,1 0 16,0 0-16</inkml:trace>
  <inkml:trace contextRef="#ctx0" brushRef="#br0" timeOffset="157424.34">30932 10302 0,'29'0'31,"30"-59"-31,0 59 16,-1 0-16,1-58 16,-59-1-1,0 0 1,-29 59 15,29 30-15,0 28-16,0 1 0,0 0 15,0-1 1,0 1-16,0 0 0,-59-59 16,59 88-1</inkml:trace>
  <inkml:trace contextRef="#ctx0" brushRef="#br0" timeOffset="157580.43">30932 10713 0,'117'0'31,"1"0"-31,28-29 16,-58 29 0,0 0-16,-29 0 0</inkml:trace>
  <inkml:trace contextRef="#ctx0" brushRef="#br0" timeOffset="163063.39">27175 11241 0,'59'-29'16,"0"29"0,0 0-16,-1 0 15,1-59-15,0 59 16,29 0-16</inkml:trace>
  <inkml:trace contextRef="#ctx0" brushRef="#br0" timeOffset="163186.26">27410 11388 0,'118'0'31</inkml:trace>
  <inkml:trace contextRef="#ctx0" brushRef="#br0" timeOffset="164798.87">31489 9862 0,'30'-30'31,"29"-58"0,-1 30-15,1-30-1,-59 29-15,0 0 16,59 1-16,-59-1 16,0 0-16,0 0 15,0 1-15,58-1 16,-58 0-16,0 1 16,0-1-16,0 0 0,88 0 15,-88 1-15,0 28 16,0-28-16,59-30 15,-59 0-15,0 29 16,0-29-16,0 0 16,0 0-16,0 0 15,0-30-15,0 30 16,0 0-16,0 0 16,0 0-16,0-29 15,0 29-15,0-1 16,0 31-16,0-1 15,0 0-15,0 1 16,0-1-16,0 0 0,0 1 16,0 28-16,0-29 15,0 1-15,0-1 16,0 0-16,0 1 16,0-89-1,-29 147-15,29-88 16,-59 0-1,59 29 1,-59 59-16,59-59 16,-58 59-16,58-58 15,-59-1 1,59 0-16,-59 59 16,59-58-1,-58-1-15,-31 0 16,31 0-1,-1 1 1,0-30 0,1 29-1,-1 0 1,0 59 0,1-58-1,-1 58 16,59 29 1,29-29-1</inkml:trace>
  <inkml:trace contextRef="#ctx0" brushRef="#br0" timeOffset="165009.38">31137 5224 0,'-58'0'16,"-1"0"-1,-88 0 1,89 29-16,58 30 16,-59 0-16,59 29 15,0-29 1,29-1-16,59-58 15,30 118-15,-1-118 16,-58 0-16</inkml:trace>
  <inkml:trace contextRef="#ctx0" brushRef="#br0" timeOffset="166298.22">25825 11124 0,'-58'0'15,"-1"0"-15,-29 0 32,29 59-17,-29-59-15,-29 58 16,0-58-16,-30 59 16,29-59-16,-87 88 15,88-88-15,-30 59 16,59-59-16,0 88 15,29-88-15,0 0 0,59 29 16,-58-29-16</inkml:trace>
  <inkml:trace contextRef="#ctx0" brushRef="#br0" timeOffset="166503.17">24006 11271 0,'-59'117'0,"1"-29"16,58-29-16,0 29 16,0 0-1,88-88 1,-30 0-1,60 0-15,-89 0 16</inkml:trace>
  <inkml:trace contextRef="#ctx0" brushRef="#br0" timeOffset="167104.63">21394 12386 0,'-59'-59'15,"59"177"17,0-30-17,0 0-15,0 0 16,0-29-16,0-1 0,0 1 16</inkml:trace>
  <inkml:trace contextRef="#ctx0" brushRef="#br0" timeOffset="167439.32">21189 12474 0,'-88'0'16,"88"59"-16,-88 58 15,88 1-15,0 29 16,0-30-16,0 30 0,58-59 16,1-30-1,0-58-15,29 0 16,0 0-16,29-117 16,-29 29-16,0-29 15,-29 29-15,-59-30 16,59-29-16,-59 1 0,0 28 15,-30 59-15,-28 59 16,-1-58 0,-29 58-16,-59 29 0,0 30 15,1 58-15,28 59 0,1-29 16,58-59-16</inkml:trace>
  <inkml:trace contextRef="#ctx0" brushRef="#br0" timeOffset="169839.13">22891 12504 0,'-59'0'16,"0"0"15,89 0 16,116 0-32,-116 0 1,29 0-16,58-88 16,-58 29-1,-59 0 1,0 0 0,0 147 46,0 1-62,-30-31 31,30 1-31,0 0 16,0-1-16,0 1 0,0 29 16</inkml:trace>
  <inkml:trace contextRef="#ctx0" brushRef="#br0" timeOffset="170022.31">22949 12856 0,'59'0'31,"0"0"-15,29 0-16,29 0 15,-29 0-15,-29 0 0,0 0 16,-1 0 0,-58-30-16</inkml:trace>
  <inkml:trace contextRef="#ctx0" brushRef="#br0" timeOffset="170354.28">23947 12650 0,'88'0'47,"30"0"-47,-30 0 16,0 0-16,-30-58 15,1 58-15</inkml:trace>
  <inkml:trace contextRef="#ctx0" brushRef="#br0" timeOffset="170558.12">24241 12416 0,'0'29'47,"58"30"-32,-58-1 1,0 1-16,0 0 16,0 29-16,0-30 0,0 1 15</inkml:trace>
  <inkml:trace contextRef="#ctx0" brushRef="#br0" timeOffset="170855.79">24798 12327 0,'30'0'47,"-30"59"-47,88 29 0,-88-29 15,0-30-15,58 59 16,-58 0 0,0-29-1</inkml:trace>
  <inkml:trace contextRef="#ctx0" brushRef="#br0" timeOffset="171326.8">24945 12298 0,'0'-59'16,"59"59"15,-1 0-31,1 0 16,0 0-16,0 0 15,-59 30 16,-59 28-31,0 1 16,0-59-16,59 88 16,0 0-1,0-29 1,59-59-16,0 59 16,0-59-16,-1 0 15,1 88-15,0-88 16,-59 29 31,-118-29-47,89 0 0,29 59 15,-117-59 1,117 59-16,-59-59 0,59 58 16</inkml:trace>
  <inkml:trace contextRef="#ctx0" brushRef="#br0" timeOffset="171676.06">25884 12445 0,'30'0'15,"28"0"1,-28 0 0,28 0-16,1 0 15,29 0-15,-88 29 16</inkml:trace>
  <inkml:trace contextRef="#ctx0" brushRef="#br0" timeOffset="171823.21">25943 12680 0,'59'0'15,"-1"0"1,1 0-16,0 0 16,-1 0-16</inkml:trace>
  <inkml:trace contextRef="#ctx0" brushRef="#br0" timeOffset="172109.68">26677 12416 0,'0'58'16,"0"1"-1,0 29-15,0-29 16,88 29-1,29-88 1,-29-59-16,-29-29 16,-59 29-16,0 1 0,0-1 15,0 0-15,-30 59 16,-28-59-16,-30 59 16,0 0-1,0 30-15,88 29 0,-88 29 16,29 0-16</inkml:trace>
  <inkml:trace contextRef="#ctx0" brushRef="#br0" timeOffset="173093.46">23624 14412 0,'0'-30'0,"88"30"32</inkml:trace>
  <inkml:trace contextRef="#ctx0" brushRef="#br0" timeOffset="173327.46">23771 14265 0,'59'0'62,"-59"58"-46,0 1-1,0 0 17,59 0 15</inkml:trace>
  <inkml:trace contextRef="#ctx0" brushRef="#br0" timeOffset="173561.12">24564 13883 0,'0'88'47,"0"0"-47,0 0 16,58 30-16,-58-30 0,0-29 15</inkml:trace>
  <inkml:trace contextRef="#ctx0" brushRef="#br0" timeOffset="173978.68">24593 13854 0,'29'0'31,"30"0"-31,0 0 15,-1 0-15,30 0 16,-88 59-16,0 58 16,-29-58-1,-30-1-15,59 1 16,-58-59-16,58 59 16,0-1-16,88-58 15,-30 59 1,1-59-16,0 59 15,-1-59 1,-58 59-16,-29-59 31,-30 0-15,-29 0-16,30 0 16,-1 0-1</inkml:trace>
  <inkml:trace contextRef="#ctx0" brushRef="#br0" timeOffset="174244.26">25620 14118 0,'88'-59'16,"29"59"0,-28 0-16,-1-58 15,-30 58-15,30 0 16,-88 58-1,-29-58-15</inkml:trace>
  <inkml:trace contextRef="#ctx0" brushRef="#br0" timeOffset="174337.49">25884 14265 0,'30'0'16,"28"0"0,30 0-1,0 0-15,-29 0 0</inkml:trace>
  <inkml:trace contextRef="#ctx0" brushRef="#br0" timeOffset="174607.26">26735 14089 0,'88'0'32,"-58"0"-32,28 0 15,1 0-15,0 0 16,-1 0-16</inkml:trace>
  <inkml:trace contextRef="#ctx0" brushRef="#br0" timeOffset="175243.65">27880 13971 0,'0'-58'16,"88"58"-1,-88-89-15,88 89 0,-88-88 16,117 88-1,-117-58-15,0-1 16,30 59 0,-30-59-1,0 89 48,58-30 31,-58-30-94,0-28 31,0 87 31,0 30-62,0-1 16,0 1-16,0 0 16,0-1-16,0 1 15,0 0-15,0 0 0</inkml:trace>
  <inkml:trace contextRef="#ctx0" brushRef="#br0" timeOffset="175374.08">27938 14177 0,'89'0'15,"-1"0"1,29 0-16,0 0 15,-29 0-15</inkml:trace>
  <inkml:trace contextRef="#ctx0" brushRef="#br0" timeOffset="177984.99">18518 16085 0,'0'-59'16,"0"-58"-16,0 58 15,0-29 17,0 0-17,0 29 16,-88 88-15,88 89 0,-88-30-16,88 0 0,0 0 15,0 29-15,0-29 16,0 0-16,59-29 16,58 0-1,-58-59-15,-1 0 16,1 0-16,-59-59 15</inkml:trace>
  <inkml:trace contextRef="#ctx0" brushRef="#br0" timeOffset="178166.36">18371 16173 0,'0'-88'31,"88"88"-31,59-88 15,-30 88-15,30 0 16,-59 0-16,-29-59 16</inkml:trace>
  <inkml:trace contextRef="#ctx0" brushRef="#br0" timeOffset="178459.95">19134 16143 0,'0'88'32,"0"30"-32,59-118 15,-59 59 1,59-59-16,-59-30 31,58-58-31,-58 59 16,59 29-16,-59-118 15,59 118 1,-59-58-16,58 58 16,-58 88-1,59-30-15,-59 1 16,59 0-16,-59 0 16</inkml:trace>
  <inkml:trace contextRef="#ctx0" brushRef="#br0" timeOffset="178750.21">19839 16055 0,'58'0'32,"1"0"-32,29 0 15,-29 0-15,-1 0 16</inkml:trace>
  <inkml:trace contextRef="#ctx0" brushRef="#br0" timeOffset="178844.57">19897 16319 0,'30'0'32,"58"0"-32,0 0 15,0 0-15,0-29 16</inkml:trace>
  <inkml:trace contextRef="#ctx0" brushRef="#br0" timeOffset="183610.28">30726 11124 0,'-58'0'0,"87"0"47,0 0-47,30 0 16,0 0-16,0 0 15,-1 0-15,1 0 16</inkml:trace>
  <inkml:trace contextRef="#ctx0" brushRef="#br0" timeOffset="183706.89">30726 11271 0,'-58'0'16,"116"0"0,1 0-1,0 0-15</inkml:trace>
  <inkml:trace contextRef="#ctx0" brushRef="#br0" timeOffset="185590.06">21130 15644 0,'0'30'63,"0"28"-63,0 30 15,0 1-15,0-31 16,0 1-16,0 0 0,59-59 16,-59 58-16,88-58 0,0 0 15,29 0 1,-29 0 0,0-29-16,0 29 0,-29-59 15,0 59 1</inkml:trace>
  <inkml:trace contextRef="#ctx0" brushRef="#br0" timeOffset="185832.85">21629 15820 0,'-59'0'15,"59"30"1,0 87 0,0 1-1,0-30-15,0 0 0,0-30 16,0 1-16,0 0 16</inkml:trace>
  <inkml:trace contextRef="#ctx0" brushRef="#br0" timeOffset="186261.38">21952 15468 0,'0'59'31,"0"0"-15,0-1-16,0 1 15,58-59 32,-58-88-31,59 29-16,-59 1 0,59 58 16,-59-88-16,58 88 15,1 117 16,-59-29-15,0-29-16</inkml:trace>
  <inkml:trace contextRef="#ctx0" brushRef="#br0" timeOffset="193418.86">26853 14529 0,'88'0'94,"-30"0"-94,1 0 16,0 0-1,-30 0-15</inkml:trace>
  <inkml:trace contextRef="#ctx0" brushRef="#br0" timeOffset="193552.23">26853 14676 0,'58'0'31,"1"0"-15,29 0-16</inkml:trace>
  <inkml:trace contextRef="#ctx0" brushRef="#br0" timeOffset="195211.27">20719 8688 0,'-59'0'15,"89"0"32,28-59-47,30 59 16,59-88-1,-59 88-15,0 0 16,-29 0-16,58 0 16</inkml:trace>
  <inkml:trace contextRef="#ctx0" brushRef="#br0" timeOffset="195321.36">20807 8746 0,'-59'0'0,"59"59"16,147-59-1,29 0 1,59 0-16,29 0 0,-88-29 16</inkml:trace>
  <inkml:trace contextRef="#ctx0" brushRef="#br0" timeOffset="201070.19">17667 15439 0,'0'-88'16,"0"205"46,0 1-62,0 28 16,0 31-16,0-1 16,0 0-16,0 59 15,0-59-15,0 29 16,0-87-16,-29-30 0,29-30 16</inkml:trace>
  <inkml:trace contextRef="#ctx0" brushRef="#br0" timeOffset="203906.18">18254 17376 0,'88'0'16</inkml:trace>
  <inkml:trace contextRef="#ctx0" brushRef="#br0" timeOffset="-154139.12">22744 15997 0,'29'0'62,"30"0"-62,29 0 16,30 0 0,-60 0-1,1 0-15,-30 0 0,30 0 31</inkml:trace>
  <inkml:trace contextRef="#ctx0" brushRef="#br0" timeOffset="-150581.31">23038 15967 0,'0'-58'15,"0"-1"17,-30 0-17,30 177 48,0-60-48,0-28-15,0 28 16,0 1-16,0 0 16,0-1-16,0 1 15</inkml:trace>
  <inkml:trace contextRef="#ctx0" brushRef="#br0" timeOffset="-144791.92">24270 16055 0,'-29'0'16,"-30"0"0,59-29 15,-59 29-31,89 0 94,58 0-79,-30 0 1,30 0 0,1 0-16</inkml:trace>
  <inkml:trace contextRef="#ctx0" brushRef="#br0" timeOffset="-144398.53">24622 15938 0,'30'0'31,"58"-59"0,29 0-15,-117-29 0,59 88-16,-59-88 15,0 147 63,0 0-78,0-1 16,0 1-16,0 0 16,0 29-1,0-29 1</inkml:trace>
  <inkml:trace contextRef="#ctx0" brushRef="#br0" timeOffset="-144215.41">24886 16202 0,'59'-29'47,"0"29"-32,-1 0-15,1 0 0,0-59 16,29 59 0</inkml:trace>
  <inkml:trace contextRef="#ctx0" brushRef="#br0" timeOffset="-143983.68">25356 15439 0,'0'29'32,"88"30"-17,-29 58-15,-1-29 16,-58 0-16,118 30 0,-118-1 15,0-29 1,0 0-16,-88 30 0</inkml:trace>
  <inkml:trace contextRef="#ctx0" brushRef="#br0" timeOffset="-143464.84">23977 15674 0,'-30'0'16,"-58"117"-1,88-58 1,-88 29-16,88 29 15,0 1-15,59 28 16,0-57-16,-1-31 16,1 30-16</inkml:trace>
  <inkml:trace contextRef="#ctx0" brushRef="#br0" timeOffset="-141171.33">25649 674 0,'0'-58'0,"-29"58"63,-30 0-48,1 0 1,58 29-1,-88-29-15,88 59 16,-88-59-16,88 58 16,-88-58-16,88 59 15,-59-59-15,0 88 16,0-29 0,-29 58-1,30-29 1,58 0-1,-59-88-15,59 88 16,-59-29 0,59 0-16,0 0 15,0-1 17,0 1-17,0 0 1,0-1-1,-58 30 1,58-29-16,0 0 16,0 0-1,29-1 1,-29 1 0,59-59-1,-1 59 1,1-59-1,29 88 1,0-88 0,-29 0-16,0 0 15,-1 0-15,1 0 16,0 0-16,-1 0 0,1 0 16,0 0-16,-1 0 15,30 0-15,0-59 16,30 59-16,-30 0 15,-29 0-15,29-59 16,0 59-16,0 0 16,29-88-16,-29 88 15,0-88-15,30 88 16,-60-58-16,1 58 0,-59-59 16,88 59-1,-88-88-15,59 88 16,-59-88-16,0 29 15,0 0-15,0 1 16,0-1-16,0 0 16,0 0-16,0 1 0,58-1 15,-58 0-15,0 30 16,0-30-16,0 1 16,0-1-16,0 0 15,0 0-15,-29 59 16,29-88-16,-88-29 15,29 117 1,-58-59-16,29 59 16,-88 0-16,0 0 15,-59 0-15,0 0 16,-29 59-16,147-59 16,-1 88-16,60-29 0,58-1 15</inkml:trace>
  <inkml:trace contextRef="#ctx0" brushRef="#br0" timeOffset="-139528.85">26148 16055 0,'88'0'78,"0"-58"-62,-29 58-16,0 0 16,29 0-1</inkml:trace>
  <inkml:trace contextRef="#ctx0" brushRef="#br0" timeOffset="-139129.33">26706 15703 0,'0'29'47,"0"118"-47,0-88 16,0-30-16,0 30 15,0 0 48,59-59-48</inkml:trace>
  <inkml:trace contextRef="#ctx0" brushRef="#br0" timeOffset="-138842.95">26823 15527 0,'59'0'15,"58"117"17,-117-29-17,88 0-15,-88 30 16,0-30-16,0-29 15,0-1-15,0 1 0,-58-59 16,-1 88-16,0-88 16</inkml:trace>
  <inkml:trace contextRef="#ctx0" brushRef="#br0" timeOffset="-138338.93">26207 15615 0,'-29'0'0,"-59"0"16,88 29 0,-118 30-1,118 0-15,-58 29 16,58 29-16,0-29 15,0 0-15,0-29 0,117 0 16,-29-59 0,59 88-16,-30-88 0,-58 0 15</inkml:trace>
  <inkml:trace contextRef="#ctx0" brushRef="#br0" timeOffset="-137717.56">27234 15087 0,'59'0'47,"-59"58"-47,0 1 15,0 0-15,0 29 16,59-88 31,-59-30-47,58 30 16,-58-88-16,59 88 15,-59 30 32,59 28-47,-59 1 0,0 29 16</inkml:trace>
  <inkml:trace contextRef="#ctx0" brushRef="#br0" timeOffset="-135074.95">20044 17523 0,'-59'-59'16,"89"59"30,28 0-46,1 30 16,0-30-16,0 0 16,-1 58-1</inkml:trace>
  <inkml:trace contextRef="#ctx0" brushRef="#br0" timeOffset="-134931.84">20103 17670 0,'0'58'31,"117"-58"-31,-58 0 16,0 0-16</inkml:trace>
  <inkml:trace contextRef="#ctx0" brushRef="#br0" timeOffset="-110967.72">23331 16584 0,'-59'0'16</inkml:trace>
  <inkml:trace contextRef="#ctx0" brushRef="#br0" timeOffset="-110717.52">22861 16642 0,'30'0'0,"58"0"16,29 0-16,30 0 15</inkml:trace>
  <inkml:trace contextRef="#ctx0" brushRef="#br0" timeOffset="-72546.57">21013 17229 0,'0'-58'16,"0"-1"-1,29 0 16,-29 89 32,0 28-63,0 30 0,0 30 16,0-30-16,0-29 15,0-1-15,0 30 16,59-88-1,-1 59-15,1-59 16,0 0 0,-1 0-16,1 0 15,29 0 1,-88-29-16,88 29 0</inkml:trace>
  <inkml:trace contextRef="#ctx0" brushRef="#br0" timeOffset="-72252.84">21365 17376 0,'0'30'15,"0"28"-15,0 1 0,0 29 16,-59 0-16,59 29 16,0-29-16,0-29 15,0 0-15,0 58 16</inkml:trace>
  <inkml:trace contextRef="#ctx0" brushRef="#br0" timeOffset="-71713.33">21570 17229 0,'29'0'47,"-29"30"-16,0 28-15,0 1-1,59-59 32,59-88-31,-118 29-16,88 59 16,-88-58-16,58 58 15,1 0 1,-59 88 15,59-30-15,-59 1-16</inkml:trace>
  <inkml:trace contextRef="#ctx0" brushRef="#br0" timeOffset="-71105.23">22773 17552 0,'-58'0'16,"87"0"31,59-58-47,29 58 0,-28 0 15,-31-59 1,1 59-1,-118 0 1,1 0 15,-1 29-31,-59-29 16,89 0-16,-30 0 16,59 59-16,-117-59 15,205 0 16,0 0-15,0 0 0</inkml:trace>
  <inkml:trace contextRef="#ctx0" brushRef="#br0" timeOffset="-69862.54">24065 17024 0,'-88'29'31,"88"30"-31,-59 29 16,59 59 0,0-59-16,0 0 15,0-29-15,0-1 0,0 1 16,29-59-1,-29 59-15,118-59 0,-60 0 16,1 0-16</inkml:trace>
  <inkml:trace contextRef="#ctx0" brushRef="#br0" timeOffset="-69515.51">24358 17435 0,'0'-59'0,"29"59"47,30 0-47,0 0 0,0 30 15,58-30 1</inkml:trace>
  <inkml:trace contextRef="#ctx0" brushRef="#br0" timeOffset="-69262.4">24886 17200 0,'59'0'47,"-59"29"-47,0 30 0,88 59 15,-88-30-15,0 0 16,0-30-16</inkml:trace>
  <inkml:trace contextRef="#ctx0" brushRef="#br0" timeOffset="-68856.46">25268 17112 0,'0'-59'16,"29"59"15,59 0-31,-29 0 16,0 59 0,-1-59-16,1 88 15,-59-29-15,0-1 16,88 1-16,-88 59 15,0-30-15,-88 0 16,0 0-16,29-88 16</inkml:trace>
  <inkml:trace contextRef="#ctx0" brushRef="#br0" timeOffset="-68196.18">25737 16907 0,'30'0'47,"-30"29"-47,0 30 31,0-1-15,58-58-1,1-29 32,0-88-31,0 58 0,-1 59 15,1 59 0,-59-1-15,0 1-16,59 0 15,-59-1-15,0 1 16</inkml:trace>
  <inkml:trace contextRef="#ctx0" brushRef="#br0" timeOffset="-67927.47">26823 17611 0,'59'0'15</inkml:trace>
  <inkml:trace contextRef="#ctx0" brushRef="#br0" timeOffset="-55560.44">26442 17523 0,'-30'0'47,"60"0"15,58 0-46,-29 0 0,-1 0-16,1 29 15,0-29 1</inkml:trace>
  <inkml:trace contextRef="#ctx0" brushRef="#br0" timeOffset="-55399.17">26324 17816 0,'30'0'31,"28"0"-31,1 0 16,0 0-16,0 0 15,-1 0-15</inkml:trace>
  <inkml:trace contextRef="#ctx0" brushRef="#br0" timeOffset="-54682.62">27352 17024 0,'-30'-59'16,"30"177"47,0-30-63,0 0 0,0-30 15,0 1 1,0 0-16,0 0 0,0 29 15,30-88 1,28 0 0,1 0-16,29 0 15,0 0-15,-29-30 16,29 30-16,0-117 16</inkml:trace>
  <inkml:trace contextRef="#ctx0" brushRef="#br0" timeOffset="-54421.15">27616 17200 0,'-59'0'15,"59"29"1,0 30-16,0 0 16,0 0-1,0 29-15,0 0 16,0 29-16,0-29 16,0-29-16,0-1 15</inkml:trace>
  <inkml:trace contextRef="#ctx0" brushRef="#br0" timeOffset="-53853.73">27880 16818 0,'0'30'31,"0"29"-15,0 29-1,58-88 1,-58 58-16,118-87 31,-59-59-15,-1 117 46,-58 30-62,0 0 16,0-30-16</inkml:trace>
  <inkml:trace contextRef="#ctx0" brushRef="#br0" timeOffset="-53533.78">28613 17112 0,'0'59'47,"0"-1"-31,0 1-16,0 0 15,0 0-15,0-1 16,0-28-16,0 28 16</inkml:trace>
  <inkml:trace contextRef="#ctx0" brushRef="#br0" timeOffset="-53349.7">28320 17288 0,'59'0'31,"29"0"-16,29 0-15,-29 0 16,0 0-16,-29 0 16</inkml:trace>
  <inkml:trace contextRef="#ctx0" brushRef="#br0" timeOffset="-52912.94">29376 17229 0,'147'0'47,"-59"0"-47,0 0 16,-29 0 0,0 0-16,-1 0 15</inkml:trace>
  <inkml:trace contextRef="#ctx0" brushRef="#br0" timeOffset="-52680.21">29993 16936 0,'0'-59'16,"0"89"15,0 28-31,0 1 16,0 0-1,0 29-15,0-30 0,0 1 16,0 0 0</inkml:trace>
  <inkml:trace contextRef="#ctx0" brushRef="#br0" timeOffset="-52418.27">30257 16730 0,'88'0'15,"-29"59"1,29 0-16,-88 0 16,88 29-16,-88 0 15,0 29-15,0-88 16,0 30-16,0 0 16,-59 29-16,-58-88 15</inkml:trace>
  <inkml:trace contextRef="#ctx0" brushRef="#br0" timeOffset="-51974.19">29112 16760 0,'-88'0'16,"88"58"-16,-117 60 0,117-1 15,0 30 1,0 0-16,0 58 15,0-87-15,59 28 16,-1-58-16,30 1 16,30-89-16</inkml:trace>
  <inkml:trace contextRef="#ctx0" brushRef="#br0" timeOffset="-51211.2">30374 16261 0,'59'0'32,"-59"29"-17,59-29 1,-59 88-16,0 0 15,58-88 32,-58-29-31,59 29 0,-59-29-16,0 87 31,59 1-16,-59 0 1,0-1-16,0 1 16,58-59-16</inkml:trace>
  <inkml:trace contextRef="#ctx0" brushRef="#br0" timeOffset="-50922.19">31108 16496 0,'59'0'32,"-1"0"-17,1 0-15,0 0 16,-1 0-16,1 0 16,0 0-1</inkml:trace>
  <inkml:trace contextRef="#ctx0" brushRef="#br0" timeOffset="-50722.03">31167 16261 0,'0'-59'0,"0"118"31,29 29-31,-29 0 15,59 0-15,-59 0 16,0-29-16,0-1 16,58-58-16</inkml:trace>
  <inkml:trace contextRef="#ctx0" brushRef="#br0" timeOffset="-50542.9">31754 16231 0,'0'30'15,"0"28"1,0 31-16,0 57 16,58 1-16</inkml:trace>
  <inkml:trace contextRef="#ctx0" brushRef="#br0" timeOffset="-49894.51">30433 16319 0,'59'0'31,"-59"59"-15,0 0-1,0 0-15,0-1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45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12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51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59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42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93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54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54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57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73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97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39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41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46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20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04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2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9D5238-0397-4C2F-9B9F-89D096929F0E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8626-9A78-4317-B01C-DE2F4F91E3B1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C4CD81-522D-4042-98FC-F87021952F4B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1CCC-F43E-465E-8BB6-F72F3FC04CFE}" type="datetime1">
              <a:rPr lang="en-US" smtClean="0"/>
              <a:t>8/3/2026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718D-9236-4451-B704-75123D6CD639}" type="datetime1">
              <a:rPr lang="en-US" smtClean="0"/>
              <a:t>8/3/2026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FB6FA-FDBE-4ABD-AC52-8F4EAEC4B0A3}" type="datetime1">
              <a:rPr lang="en-US" smtClean="0"/>
              <a:t>8/3/2026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5E0D-9782-4F76-9F72-0B401FFC6A25}" type="datetime1">
              <a:rPr lang="en-US" smtClean="0"/>
              <a:t>8/3/2026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0F84-FDBA-4662-B2C4-EBAA38A60CA3}" type="datetime1">
              <a:rPr lang="en-US" smtClean="0"/>
              <a:t>8/3/2026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7976-C0D2-4A8F-95AF-48B2CCE080F4}" type="datetime1">
              <a:rPr lang="en-US" smtClean="0"/>
              <a:t>8/3/2026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C939-B4A0-455C-A16F-1C06DCDF5C76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E4DE-D9A1-4E7E-A3E0-24625C6F4EA6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C242547A-0E69-40FF-9F78-AEE0A9EBD579}" type="datetime1">
              <a:rPr lang="en-US" smtClean="0"/>
              <a:t>8/3/2026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Dr. Ali Alsaffar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ustomXml" Target="../ink/ink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0.xml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11" Type="http://schemas.openxmlformats.org/officeDocument/2006/relationships/customXml" Target="../ink/ink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4" Type="http://schemas.openxmlformats.org/officeDocument/2006/relationships/tags" Target="../tags/tag11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.xml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8.png"/><Relationship Id="rId5" Type="http://schemas.openxmlformats.org/officeDocument/2006/relationships/customXml" Target="../ink/ink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customXml" Target="../ink/ink11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9.png"/><Relationship Id="rId5" Type="http://schemas.openxmlformats.org/officeDocument/2006/relationships/customXml" Target="../ink/ink13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31.png"/><Relationship Id="rId5" Type="http://schemas.openxmlformats.org/officeDocument/2006/relationships/customXml" Target="../ink/ink14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1"/>
            <a:ext cx="9609343" cy="1143000"/>
          </a:xfrm>
        </p:spPr>
        <p:txBody>
          <a:bodyPr/>
          <a:lstStyle/>
          <a:p>
            <a:r>
              <a:rPr lang="en-US" sz="4800" dirty="0"/>
              <a:t>ITCS253 Discrete Mathematics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2" y="2895600"/>
            <a:ext cx="7516442" cy="1116085"/>
          </a:xfrm>
        </p:spPr>
        <p:txBody>
          <a:bodyPr/>
          <a:lstStyle/>
          <a:p>
            <a:r>
              <a:rPr lang="en-US" dirty="0"/>
              <a:t>Recurrence Relations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825996" y="5853113"/>
            <a:ext cx="8940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Euphemia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Dr. Ali </a:t>
            </a:r>
            <a:r>
              <a:rPr lang="en-US" dirty="0" err="1"/>
              <a:t>Alsaffar</a:t>
            </a:r>
            <a:br>
              <a:rPr lang="en-US" dirty="0"/>
            </a:br>
            <a:r>
              <a:rPr lang="en-US" sz="2800" dirty="0"/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406400"/>
            <a:ext cx="9782801" cy="889000"/>
          </a:xfrm>
        </p:spPr>
        <p:txBody>
          <a:bodyPr/>
          <a:lstStyle/>
          <a:p>
            <a:r>
              <a:rPr lang="en-US" dirty="0"/>
              <a:t>Recurrence Relations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212" y="1447800"/>
            <a:ext cx="9341644" cy="10477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212" y="2759872"/>
            <a:ext cx="9326277" cy="3543795"/>
          </a:xfrm>
          <a:prstGeom prst="rect">
            <a:avLst/>
          </a:prstGeom>
        </p:spPr>
      </p:pic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803212" y="3276600"/>
            <a:ext cx="6424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751012" y="3886200"/>
            <a:ext cx="7010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903412" y="4495800"/>
            <a:ext cx="7010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51012" y="5105400"/>
            <a:ext cx="9525000" cy="1250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9AAAA4-DB30-C4BB-3767-AA04B270BC82}"/>
                  </a:ext>
                </a:extLst>
              </p14:cNvPr>
              <p14:cNvContentPartPr/>
              <p14:nvPr/>
            </p14:nvContentPartPr>
            <p14:xfrm>
              <a:off x="2133360" y="2451240"/>
              <a:ext cx="7264800" cy="2668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9AAAA4-DB30-C4BB-3767-AA04B270BC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4000" y="2441880"/>
                <a:ext cx="7283520" cy="268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254000"/>
            <a:ext cx="9782801" cy="1117600"/>
          </a:xfrm>
        </p:spPr>
        <p:txBody>
          <a:bodyPr/>
          <a:lstStyle/>
          <a:p>
            <a:r>
              <a:rPr lang="en-US" dirty="0"/>
              <a:t>Mathematical Review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2" y="1550194"/>
            <a:ext cx="9239250" cy="4545806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3</a:t>
            </a:fld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803212" y="2667000"/>
            <a:ext cx="64248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674812" y="3886200"/>
            <a:ext cx="9525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827212" y="5181600"/>
            <a:ext cx="9525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254000"/>
            <a:ext cx="9782801" cy="1117600"/>
          </a:xfrm>
        </p:spPr>
        <p:txBody>
          <a:bodyPr/>
          <a:lstStyle/>
          <a:p>
            <a:r>
              <a:rPr lang="en-US" dirty="0"/>
              <a:t>Properties of Summations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99" y="1666876"/>
            <a:ext cx="5121906" cy="4502860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4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99" y="1666875"/>
            <a:ext cx="3186113" cy="90725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677706" y="5153820"/>
            <a:ext cx="51816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542212" y="1666875"/>
            <a:ext cx="3841402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76200"/>
            <a:ext cx="9782801" cy="1117600"/>
          </a:xfrm>
        </p:spPr>
        <p:txBody>
          <a:bodyPr/>
          <a:lstStyle/>
          <a:p>
            <a:r>
              <a:rPr lang="en-US" dirty="0"/>
              <a:t>Iteration Method (Forward Chaining)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295400"/>
            <a:ext cx="9374981" cy="4979194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79612" y="3213496"/>
            <a:ext cx="7010400" cy="3162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6F0C13-5D0D-FD2D-C6F2-A81437E5C746}"/>
                  </a:ext>
                </a:extLst>
              </p14:cNvPr>
              <p14:cNvContentPartPr/>
              <p14:nvPr/>
            </p14:nvContentPartPr>
            <p14:xfrm>
              <a:off x="2430000" y="200520"/>
              <a:ext cx="9202320" cy="684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6F0C13-5D0D-FD2D-C6F2-A81437E5C7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0640" y="191160"/>
                <a:ext cx="9221040" cy="686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455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99720-C7D7-A6E0-3710-8F115BBA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7D3A8-A4D0-B3CB-073D-8E3C837F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0D4FF-351C-0D34-E7E2-783CBB315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12" y="304800"/>
            <a:ext cx="7640116" cy="9716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BAE452-45A5-3843-ED48-E75ABA70D621}"/>
                  </a:ext>
                </a:extLst>
              </p14:cNvPr>
              <p14:cNvContentPartPr/>
              <p14:nvPr/>
            </p14:nvContentPartPr>
            <p14:xfrm>
              <a:off x="1965240" y="20880"/>
              <a:ext cx="9709560" cy="7038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BAE452-45A5-3843-ED48-E75ABA70D6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5880" y="11520"/>
                <a:ext cx="9728280" cy="705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619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330200"/>
            <a:ext cx="9782801" cy="1117600"/>
          </a:xfrm>
        </p:spPr>
        <p:txBody>
          <a:bodyPr/>
          <a:lstStyle/>
          <a:p>
            <a:r>
              <a:rPr lang="en-US" dirty="0"/>
              <a:t>Forward Chaining (Cont.)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793079"/>
            <a:ext cx="6822757" cy="2636888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93436" y="3184723"/>
            <a:ext cx="7929976" cy="1387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EFC6C3-8FED-BCAE-2517-FB8B6C339AE0}"/>
                  </a:ext>
                </a:extLst>
              </p14:cNvPr>
              <p14:cNvContentPartPr/>
              <p14:nvPr/>
            </p14:nvContentPartPr>
            <p14:xfrm>
              <a:off x="2239920" y="2504160"/>
              <a:ext cx="9117720" cy="3867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EFC6C3-8FED-BCAE-2517-FB8B6C339A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0560" y="2494800"/>
                <a:ext cx="9136440" cy="38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116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196160"/>
            <a:ext cx="9782801" cy="1117600"/>
          </a:xfrm>
        </p:spPr>
        <p:txBody>
          <a:bodyPr/>
          <a:lstStyle/>
          <a:p>
            <a:r>
              <a:rPr lang="en-US" dirty="0"/>
              <a:t>Iteration Method (Back Substitution)</a:t>
            </a:r>
          </a:p>
        </p:txBody>
      </p:sp>
      <p:pic>
        <p:nvPicPr>
          <p:cNvPr id="47" name="Picture 4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12" y="2161718"/>
            <a:ext cx="3759999" cy="2527621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12" y="3236903"/>
            <a:ext cx="2925713" cy="2478101"/>
          </a:xfrm>
          <a:prstGeom prst="rect">
            <a:avLst/>
          </a:prstGeom>
          <a:noFill/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12" y="1583401"/>
            <a:ext cx="5689524" cy="11238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12" y="5116005"/>
            <a:ext cx="4390476" cy="1140953"/>
          </a:xfrm>
          <a:prstGeom prst="rect">
            <a:avLst/>
          </a:prstGeom>
        </p:spPr>
      </p:pic>
      <p:sp>
        <p:nvSpPr>
          <p:cNvPr id="49" name="Right Arrow 48"/>
          <p:cNvSpPr/>
          <p:nvPr/>
        </p:nvSpPr>
        <p:spPr>
          <a:xfrm rot="19464067">
            <a:off x="4974809" y="3638018"/>
            <a:ext cx="2254198" cy="490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Substitute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378E4A-7F7C-EF99-A6CA-AF85F1B27691}"/>
                  </a:ext>
                </a:extLst>
              </p14:cNvPr>
              <p14:cNvContentPartPr/>
              <p14:nvPr/>
            </p14:nvContentPartPr>
            <p14:xfrm>
              <a:off x="1605960" y="168840"/>
              <a:ext cx="9941760" cy="652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378E4A-7F7C-EF99-A6CA-AF85F1B276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96600" y="159480"/>
                <a:ext cx="9960480" cy="653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686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787400"/>
            <a:ext cx="9782801" cy="660400"/>
          </a:xfrm>
        </p:spPr>
        <p:txBody>
          <a:bodyPr/>
          <a:lstStyle/>
          <a:p>
            <a:r>
              <a:rPr lang="en-US" dirty="0"/>
              <a:t>Back Substitution (Cont.)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940720"/>
            <a:ext cx="5710084" cy="2598782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9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672060" y="3276600"/>
            <a:ext cx="9222952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FEE190-0B60-0D23-3129-250CDA0B7A17}"/>
                  </a:ext>
                </a:extLst>
              </p14:cNvPr>
              <p14:cNvContentPartPr/>
              <p14:nvPr/>
            </p14:nvContentPartPr>
            <p14:xfrm>
              <a:off x="1880640" y="52560"/>
              <a:ext cx="10005480" cy="615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FEE190-0B60-0D23-3129-250CDA0B7A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1280" y="43200"/>
                <a:ext cx="10024200" cy="61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7310E5-B546-2EB3-A940-547F1A306EBE}"/>
                  </a:ext>
                </a:extLst>
              </p14:cNvPr>
              <p14:cNvContentPartPr/>
              <p14:nvPr/>
            </p14:nvContentPartPr>
            <p14:xfrm>
              <a:off x="1838160" y="2218680"/>
              <a:ext cx="1447920" cy="433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7310E5-B546-2EB3-A940-547F1A306E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8800" y="2209320"/>
                <a:ext cx="1466640" cy="4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80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BC481-6B7F-10E2-0B2C-901E3C8A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AE511-3734-EB30-8DF4-ECB3E394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48E88-04A7-6369-9B03-56C43933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926" y="304800"/>
            <a:ext cx="5050467" cy="914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2E5C5B-E935-8503-6A68-3C402EFD11E9}"/>
                  </a:ext>
                </a:extLst>
              </p14:cNvPr>
              <p14:cNvContentPartPr/>
              <p14:nvPr/>
            </p14:nvContentPartPr>
            <p14:xfrm>
              <a:off x="4268160" y="1056600"/>
              <a:ext cx="7765560" cy="5315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2E5C5B-E935-8503-6A68-3C402EFD11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8800" y="1047240"/>
                <a:ext cx="7784280" cy="533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454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7D6E2-00FB-E2B8-CEFD-C67412A2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A9F6D-0A7B-2175-BF9C-EA2B758C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E65DA-FD89-FB0A-C614-405889260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2" y="228600"/>
            <a:ext cx="6744641" cy="14861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9A9F853-56B1-DFA1-F430-5BC38A06110F}"/>
                  </a:ext>
                </a:extLst>
              </p14:cNvPr>
              <p14:cNvContentPartPr/>
              <p14:nvPr/>
            </p14:nvContentPartPr>
            <p14:xfrm>
              <a:off x="2884320" y="464760"/>
              <a:ext cx="8336160" cy="5051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9A9F853-56B1-DFA1-F430-5BC38A0611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4960" y="455400"/>
                <a:ext cx="8354880" cy="506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9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5CFFA-DAD8-771E-BC6A-EBA99786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22674-0E6D-E337-ED37-6EAD4272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D7DC2-A57B-7EEC-5F53-3656D676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12" y="152400"/>
            <a:ext cx="4324954" cy="924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7D0226-DDB9-AD04-0D38-229991539157}"/>
                  </a:ext>
                </a:extLst>
              </p14:cNvPr>
              <p14:cNvContentPartPr/>
              <p14:nvPr/>
            </p14:nvContentPartPr>
            <p14:xfrm>
              <a:off x="1294560" y="78120"/>
              <a:ext cx="10652400" cy="6635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7D0226-DDB9-AD04-0D38-2299915391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200" y="68760"/>
                <a:ext cx="10671120" cy="66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9B8EE85-A4BA-53C3-726C-5927E2D15657}"/>
                  </a:ext>
                </a:extLst>
              </p14:cNvPr>
              <p14:cNvContentPartPr/>
              <p14:nvPr/>
            </p14:nvContentPartPr>
            <p14:xfrm>
              <a:off x="1325520" y="151560"/>
              <a:ext cx="6542640" cy="616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9B8EE85-A4BA-53C3-726C-5927E2D156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6160" y="142200"/>
                <a:ext cx="6561360" cy="618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50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26F92-424C-3AB2-F73F-A321118B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F17F8-432B-214D-73FD-7BEF33D6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A3B0B-C10B-0141-7224-6647D7E5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52400"/>
            <a:ext cx="4296375" cy="12003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81799B7-45AF-0A4E-D5BE-9162A8C6CDA3}"/>
                  </a:ext>
                </a:extLst>
              </p14:cNvPr>
              <p14:cNvContentPartPr/>
              <p14:nvPr/>
            </p14:nvContentPartPr>
            <p14:xfrm>
              <a:off x="1463760" y="71280"/>
              <a:ext cx="10229400" cy="6726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81799B7-45AF-0A4E-D5BE-9162A8C6CD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400" y="61920"/>
                <a:ext cx="10248120" cy="674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186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711200"/>
            <a:ext cx="9782801" cy="6604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Homogeneous with Constant Coefficients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09" y="1600202"/>
            <a:ext cx="9084346" cy="4012953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0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2" y="685800"/>
            <a:ext cx="9782801" cy="655637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15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16" y="1600201"/>
            <a:ext cx="8277225" cy="417842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674812" y="2362200"/>
            <a:ext cx="7929976" cy="74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674812" y="3373108"/>
            <a:ext cx="8229600" cy="74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74812" y="4211308"/>
            <a:ext cx="8229600" cy="74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74812" y="5125708"/>
            <a:ext cx="8534400" cy="741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9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457200"/>
            <a:ext cx="9782801" cy="9652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Homogeneous with Constant Coefficients having Distinct Roots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13" y="1653988"/>
            <a:ext cx="9883792" cy="4531429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16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59215" y="4194950"/>
            <a:ext cx="10073435" cy="2075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4BA386-59B5-455C-85D6-3A627B66276C}"/>
                  </a:ext>
                </a:extLst>
              </p14:cNvPr>
              <p14:cNvContentPartPr/>
              <p14:nvPr/>
            </p14:nvContentPartPr>
            <p14:xfrm>
              <a:off x="2440440" y="2567520"/>
              <a:ext cx="5526000" cy="153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4BA386-59B5-455C-85D6-3A627B6627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1080" y="2558160"/>
                <a:ext cx="5544720" cy="15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03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CASIO fx-991ES PLUS calculator to find the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3436" y="1600200"/>
                <a:ext cx="9782801" cy="4572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Quadratic Equations</a:t>
                </a:r>
                <a:r>
                  <a:rPr lang="en-US" dirty="0"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𝑏𝑥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dirty="0"/>
                  <a:t>Press MODE </a:t>
                </a:r>
                <a:r>
                  <a:rPr lang="en-US" dirty="0">
                    <a:sym typeface="Wingdings" panose="05000000000000000000" pitchFamily="2" charset="2"/>
                  </a:rPr>
                  <a:t> 5 (EQN)  3</a:t>
                </a:r>
              </a:p>
              <a:p>
                <a:pPr lvl="1">
                  <a:spcAft>
                    <a:spcPts val="2400"/>
                  </a:spcAft>
                </a:pPr>
                <a:r>
                  <a:rPr lang="en-US" dirty="0">
                    <a:sym typeface="Wingdings" panose="05000000000000000000" pitchFamily="2" charset="2"/>
                  </a:rPr>
                  <a:t>Enter the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by pressing =, then you will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Cubic Equation</a:t>
                </a:r>
                <a:r>
                  <a:rPr lang="en-US" dirty="0"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dirty="0"/>
                  <a:t>Press MODE </a:t>
                </a:r>
                <a:r>
                  <a:rPr lang="en-US" dirty="0">
                    <a:sym typeface="Wingdings" panose="05000000000000000000" pitchFamily="2" charset="2"/>
                  </a:rPr>
                  <a:t> 5 (EQN)  4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Enter the 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by pressing =, then you will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Return to Math Mode.</a:t>
                </a:r>
              </a:p>
              <a:p>
                <a:pPr lvl="1"/>
                <a:r>
                  <a:rPr lang="en-US" dirty="0"/>
                  <a:t>Press MODE </a:t>
                </a:r>
                <a:r>
                  <a:rPr lang="en-US" dirty="0">
                    <a:sym typeface="Wingdings" panose="05000000000000000000" pitchFamily="2" charset="2"/>
                  </a:rPr>
                  <a:t> 1 (COMP)</a:t>
                </a:r>
              </a:p>
              <a:p>
                <a:pPr lvl="1"/>
                <a:endParaRPr lang="en-US" dirty="0">
                  <a:solidFill>
                    <a:srgbClr val="00B0F0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3436" y="1600200"/>
                <a:ext cx="9782801" cy="4572000"/>
              </a:xfrm>
              <a:blipFill>
                <a:blip r:embed="rId2"/>
                <a:stretch>
                  <a:fillRect l="-1433" t="-4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7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848" y="457200"/>
            <a:ext cx="9782801" cy="990600"/>
          </a:xfrm>
        </p:spPr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12" y="1870264"/>
            <a:ext cx="6357799" cy="4301936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69636" y="3200400"/>
            <a:ext cx="7929976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4812" y="4648200"/>
            <a:ext cx="7929976" cy="153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FF46B0-0519-370C-69F5-DFEA66E5D4E8}"/>
                  </a:ext>
                </a:extLst>
              </p14:cNvPr>
              <p14:cNvContentPartPr/>
              <p14:nvPr/>
            </p14:nvContentPartPr>
            <p14:xfrm>
              <a:off x="2123640" y="1574280"/>
              <a:ext cx="9086040" cy="4681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FF46B0-0519-370C-69F5-DFEA66E5D4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4280" y="1564920"/>
                <a:ext cx="9104760" cy="47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B9B6D-DE92-0E14-71CC-EA6A9F0B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76363-4C34-2561-7E57-7A9A248D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E0E14-9A2E-ACDC-084E-B00D4824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2" y="136524"/>
            <a:ext cx="8688012" cy="10669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CC27490-363D-6E3A-0F2E-AA5ED58F5D0B}"/>
                  </a:ext>
                </a:extLst>
              </p14:cNvPr>
              <p14:cNvContentPartPr/>
              <p14:nvPr/>
            </p14:nvContentPartPr>
            <p14:xfrm>
              <a:off x="3084840" y="210960"/>
              <a:ext cx="8420760" cy="6319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CC27490-363D-6E3A-0F2E-AA5ED58F5D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5480" y="201600"/>
                <a:ext cx="8439480" cy="63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330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711200"/>
            <a:ext cx="9782801" cy="9652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Homogeneous with Constant Coefficients having Repeated Roots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91" y="1752600"/>
            <a:ext cx="8987139" cy="4389733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20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62498" y="4235449"/>
            <a:ext cx="9701425" cy="2165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0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814" y="376847"/>
            <a:ext cx="9782801" cy="736600"/>
          </a:xfrm>
        </p:spPr>
        <p:txBody>
          <a:bodyPr/>
          <a:lstStyle/>
          <a:p>
            <a:r>
              <a:rPr lang="en-US" dirty="0"/>
              <a:t>Finding Repeated Roots Using the Calculator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84813" y="1258985"/>
                <a:ext cx="9782801" cy="509736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Quadratic Equations</a:t>
                </a:r>
                <a:r>
                  <a:rPr lang="en-US" dirty="0"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𝑏𝑥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dirty="0"/>
                  <a:t>For quadratic polynomials (degree two), if the calculator displays only one root, then this root is repeated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Cubic Equation</a:t>
                </a:r>
                <a:r>
                  <a:rPr lang="en-US" dirty="0"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The maximum number of roots are three, however, if the calculator displays only two roots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then which of these roots are repeated ?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The repeated root is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3200" dirty="0">
                  <a:solidFill>
                    <a:srgbClr val="00B0F0"/>
                  </a:solidFill>
                  <a:sym typeface="Wingdings" panose="05000000000000000000" pitchFamily="2" charset="2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Example: </a:t>
                </a:r>
                <a:r>
                  <a:rPr lang="en-US" dirty="0">
                    <a:sym typeface="Wingdings" panose="05000000000000000000" pitchFamily="2" charset="2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−10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33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−36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the calculator finds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then the repeated root is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−36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=3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4813" y="1258985"/>
                <a:ext cx="9782801" cy="5097366"/>
              </a:xfrm>
              <a:blipFill>
                <a:blip r:embed="rId2"/>
                <a:stretch>
                  <a:fillRect l="-1495" t="-3828" r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12" y="1828801"/>
            <a:ext cx="6664850" cy="202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7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558800"/>
            <a:ext cx="9782801" cy="9652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Nonhomogeneous with Constant </a:t>
            </a:r>
            <a:br>
              <a:rPr lang="en-US" dirty="0"/>
            </a:br>
            <a:r>
              <a:rPr lang="en-US" dirty="0"/>
              <a:t>Coefficients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10" y="1752597"/>
            <a:ext cx="9927625" cy="4514286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23</a:t>
            </a:fld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1424119" y="4817267"/>
            <a:ext cx="9647397" cy="1449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0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711200"/>
            <a:ext cx="9782801" cy="9652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Nonhomogeneous with Constant </a:t>
            </a:r>
            <a:br>
              <a:rPr lang="en-US" dirty="0"/>
            </a:br>
            <a:r>
              <a:rPr lang="en-US" dirty="0"/>
              <a:t>Coefficients (Cont.)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90" y="1992953"/>
            <a:ext cx="8984763" cy="3902856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685800"/>
            <a:ext cx="9782801" cy="609600"/>
          </a:xfrm>
        </p:spPr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084" y="1295400"/>
            <a:ext cx="8376190" cy="5140928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25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16878" y="2438401"/>
            <a:ext cx="351613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551612" y="2971801"/>
            <a:ext cx="351613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616878" y="3429000"/>
            <a:ext cx="351613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551612" y="3962399"/>
            <a:ext cx="351613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551612" y="4460756"/>
            <a:ext cx="351613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551612" y="4950185"/>
            <a:ext cx="3516134" cy="41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613211" y="5445484"/>
            <a:ext cx="3516134" cy="41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595640" y="5954441"/>
            <a:ext cx="3516134" cy="41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685800"/>
            <a:ext cx="9782801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Nonhomogeneous with Constant </a:t>
            </a:r>
            <a:br>
              <a:rPr lang="en-US" dirty="0"/>
            </a:br>
            <a:r>
              <a:rPr lang="en-US" dirty="0"/>
              <a:t>Coefficients (Cont.)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15" y="1890237"/>
            <a:ext cx="5878813" cy="2053572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26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57214" y="2883213"/>
            <a:ext cx="9647397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8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0770" y="723900"/>
            <a:ext cx="9782801" cy="685800"/>
          </a:xfrm>
        </p:spPr>
        <p:txBody>
          <a:bodyPr>
            <a:normAutofit/>
          </a:bodyPr>
          <a:lstStyle/>
          <a:p>
            <a:r>
              <a:rPr lang="en-US" dirty="0"/>
              <a:t>Divide-and-Conquer Relations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816" y="1600200"/>
            <a:ext cx="8554054" cy="4540343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579176" y="3124200"/>
            <a:ext cx="9647397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608473" y="4495800"/>
            <a:ext cx="9647397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7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811" y="685800"/>
            <a:ext cx="9782801" cy="685800"/>
          </a:xfrm>
        </p:spPr>
        <p:txBody>
          <a:bodyPr>
            <a:normAutofit/>
          </a:bodyPr>
          <a:lstStyle/>
          <a:p>
            <a:r>
              <a:rPr lang="en-US" dirty="0"/>
              <a:t>Finding a solution by Transformation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25" y="2057400"/>
            <a:ext cx="5059854" cy="3775856"/>
          </a:xfrm>
          <a:prstGeom prst="rect">
            <a:avLst/>
          </a:prstGeom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}&#10;\pagestyle{empty}&#10;\begin{document}&#10;&#10;\begin{minipage}{10.4cm}&#10;{\bf Definition.} A {\em recurrence relation} for the sequence $a_0,a_1,a_2,\dots$ is an equation that relates $a_n$&#10;to certain of its predecessors $a_0,a_1,\dots,a_{n-1}$.&#10;\end{minipage}&#10;\end{document}"/>
  <p:tag name="IGUANATEXSIZE" val="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5.195"/>
  <p:tag name="ORIGINALWIDTH" val="3671.762"/>
  <p:tag name="LATEXADDIN" val="\documentclass{article}&#10;\usepackage{amsmath,amssymb,enumerate}&#10;\pagestyle{empty}&#10;\begin{document}&#10;&#10;\begin{minipage}{10.4cm}&#10;\begin{enumerate}[(1)]&#10;  \item $2^n=\underbrace{2\cdot 2\cdot 2\cdots 2}_{n}=2\cdot 2^{n-1}$\\&#10;     Hence, $a_1=2,\mbox{ and } a_n=2\cdot a_{n-1},\enspace n\ge 2$&#10;  \item $n!=n\times (n-1)\times\cdots\times 2\times 1=n\times (n-1)!$\\[0.125cm]&#10;     Hence, $a_1=1,\mbox{ and }a_n=n\cdot a_{n-1},\enspace n\ge 2$&#10;  \item The {\em Fibonacci sequence}, $f_0,f_1,f_2,\dots,$ is defined by the initial conditions&#10;     $f_0=f_1=1$, and the recurrence relation\\&#10;     $f_n=f_{n-1}+f_{n-2}\mbox{ for }n=2,3,4,\dots$&#10;\end{enumerate}&#10;\end{minipage}&#10;\end{document} "/>
  <p:tag name="IGUANATEXSIZE" val="25"/>
  <p:tag name="IGUANATEXCURSOR" val="67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,enumerate}&#10;\pagestyle{empty}&#10;\begin{document}&#10;&#10;\begin{minipage}{10.4cm}&#10;\begin{enumerate}[(1)]&#10;\item The sum $\displaystyle\sum_{i=0}^{n}i$ is called an &#10;  {\em arithmetic series}.\\[0.25cm]&#10;  \hspace*{2cm}$\displaystyle\sum_{i=0}^{n}i=\dfrac{n(n+1)}{2}$&#10;\item The sum $\displaystyle\sum_{i=0}^{n-1}r^i$ is called &#10;  {\em geometric series} with common ratio $r$.\\[0.25cm]&#10;  \hspace*{2cm}$\displaystyle\sum_{i=0}^{n-1}r^i= \dfrac{r^n-1}{r-1}$&#10;\end{enumerate}&#10;\end{minipage}&#10;\end{document}"/>
  <p:tag name="IGUANATEXSIZE" val="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2.778"/>
  <p:tag name="ORIGINALWIDTH" val="2016.498"/>
  <p:tag name="LATEXADDIN" val="\documentclass{article}&#10;\usepackage{amsmath,amssymb,enumerate}&#10;\pagestyle{empty}&#10;\begin{document}&#10;&#10;\begin{minipage}{10.4cm}&#10;\begin{itemize}&#10;  \item[$\triangleright$]  $\displaystyle\sum_{i=0}^n kf(i)=k\sum_{i=0}^n f(i)$&#10;  %\item[$\triangleright$]  $\displaystyle\sum_{i=k}^n f(i)=\sum_{i=1}^n f(i)-\sum_{i=1}^{k-1} f(i)$&#10;  \item[$\triangleright$]  $\displaystyle\sum_{i=1}^n f(i)\pm g(i)=\sum_{i=1}^n f(i)\pm\sum_{i=1}^n g(i)$&#10;  \item[$\triangleright$]  $\displaystyle\sum_{i=1}^n f(i)\times g(i)\ne\sum_{i=1}^n f(i)\times\sum_{i=1}^n g(i)$&#10;  \item[$\triangleright$]  $\displaystyle\sum_{i=1}^n i^2=\frac{n(n+1)(2n+1)}{6}$&#10;\end{itemize}&#10;\end{minipage}&#10;\end{document}"/>
  <p:tag name="IGUANATEXSIZE" val="25"/>
  <p:tag name="IGUANATEXCURSOR" val="6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,enumerate}&#10;\pagestyle{empty}&#10;\begin{document}&#10;&#10;\begin{minipage}{10.4cm}&#10;\begin{itemize}&#10;  \item[$\triangleright$]  $\displaystyle\sum_{i=1}^n i^3=\left[\frac{n(n+1)}{2}\right]^2$&#10;\end{itemize}&#10;\end{minipage}&#10;\end{document}"/>
  <p:tag name="IGUANATEXSIZE" val="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,enumerate}&#10;\pagestyle{empty}&#10;\begin{document}&#10;&#10;\begin{minipage}{10.4cm}&#10;The method relies on guessing the solution after some iterations of the&#10;relation.&#10;\begin{enumerate}&#10;  \item Let a recurrence relation be defined as\\&#10;     $a_n=a_{n-1}+2,$\quad for $n\ge 1$.&#10;  \begin{flalign*}&#10;    a_1 &amp;= a_0+2&amp;\\&#10;    a_2 &amp;= a_1 + 2=a_0+2+2\\&#10;    a_3 &amp;= a_2 + 2 = a_0+2+2+2\\&#10;    a_4 &amp;= a_3+2=a_0+2+2+2+2\\&#10;        &amp;\qquad \vdots\\&#10;    a_n &amp;= a_0+2n&#10;  \end{flalign*}&#10;\end{enumerate}&#10;\end{minipage}&#10;\end{document}"/>
  <p:tag name="IGUANATEXSIZE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8.145"/>
  <p:tag name="ORIGINALWIDTH" val="2686.125"/>
  <p:tag name="LATEXADDIN" val="\documentclass{article}&#10;\usepackage{amsmath,amssymb,enumerate}&#10;\pagestyle{empty}&#10;\begin{document}&#10;&#10;\begin{minipage}{10.4cm}&#10;\begin{enumerate}&#10;  \setcounter{enumi}{1}&#10;  \item Solve the recurrence relation that is defined as\\&#10;  $\begin{aligned}[t]&#10;     a_0 &amp;= 1&amp;\\&#10;     a_n &amp;=2\cdot a_{n-1}+3\quad\mbox{for }n\ge 1&#10;  \end{aligned}$&#10;  \item Solve the recurrence relation that is defined as\\&#10;  $\begin{aligned}[t]&#10;     a_0 &amp;= 0&amp;\\&#10;     a_n &amp;=a_{n-1}+3n^2\quad\mbox{for }n\ge 1&#10;  \end{aligned}$&#10;\end{enumerate}&#10;\end{minipage}&#10;\end{document}"/>
  <p:tag name="IGUANATEXSIZE" val="25"/>
  <p:tag name="IGUANATEXCURSOR" val="389"/>
  <p:tag name="TRANSPARENCY" val="True"/>
  <p:tag name="FILENAME" val=""/>
  <p:tag name="LATEXENGINEID" val="1"/>
  <p:tag name="TEMPFOLDER" val="D:\IganaTeXTempFolder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5.1256"/>
  <p:tag name="ORIGINALWIDTH" val="1480.315"/>
  <p:tag name="LATEXADDIN" val="\documentclass{article}&#10;\usepackage{amsmath,amssymb,enumerate}&#10;\pagestyle{empty}&#10;\begin{document}&#10;&#10;\begin{minipage}{10.4cm}&#10;  \begin{flalign*}&#10;    \therefore a_n &amp;= 8a_{n-1}&amp;\\&#10;        &amp;= 8(8a_{n-2})=8^2a_{n-2}\\&#10;        &amp;= 8^2\cdot 8a_{n-3}=8^3a_{n-3}\\&#10;        &amp;\qquad \vdots\\&#10;        &amp;= 8^ka_{n-k}&#10;  \end{flalign*}&#10;  \end{minipage}&#10;\end{document}"/>
  <p:tag name="IGUANATEXSIZE" val="25"/>
  <p:tag name="IGUANATEXCURSOR" val="321"/>
  <p:tag name="TRANSPARENCY" val="True"/>
  <p:tag name="FILENAME" val=""/>
  <p:tag name="LATEXENGINEID" val="0"/>
  <p:tag name="TEMPFOLDER" val="D:\IganaTeXTempFolder\"/>
  <p:tag name="LATEXFORMHEIGHT" val="371"/>
  <p:tag name="LATEXFORMWIDTH" val="469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5.6281"/>
  <p:tag name="ORIGINALWIDTH" val="1151.856"/>
  <p:tag name="LATEXADDIN" val="\documentclass{article}&#10;\usepackage{amsmath,amssymb,enumerate,framed,xcolor}&#10;\pagestyle{empty}&#10;\begin{document}&#10;&#10;\begin{minipage}{3.25cm}&#10;\begin{framed}&#10;\noindent&#10;{\color{blue}$a_{n-1}=8\cdot a_{n-2}\\[0.125cm]&#10;a_{n-2}=8\cdot a_{n-3}\\[0.125cm]&#10;a_{n-3}=8\cdot a_{n-4}\\[0.125cm]&#10;\hspace*{1.25cm}\vdots$}&#10;\end{framed}&#10;\end{minipage}&#10;\end{document}"/>
  <p:tag name="IGUANATEXSIZE" val="25"/>
  <p:tag name="IGUANATEXCURSOR" val="303"/>
  <p:tag name="TRANSPARENCY" val="True"/>
  <p:tag name="FILENAME" val=""/>
  <p:tag name="LATEXENGINEID" val="0"/>
  <p:tag name="TEMPFOLDER" val="D:\IganaTeXTempFolder\"/>
  <p:tag name="LATEXFORMHEIGHT" val="371"/>
  <p:tag name="LATEXFORMWIDTH" val="469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2.4447"/>
  <p:tag name="ORIGINALWIDTH" val="2239.97"/>
  <p:tag name="LATEXADDIN" val="\documentclass{article}&#10;\usepackage{amsmath,amssymb,enumerate}&#10;\pagestyle{empty}&#10;\begin{document}&#10;&#10;\begin{minipage}{10.4cm}&#10;\begin{enumerate}&#10;  \item Let a recurrence relation be defined as\\&#10;  $\begin{aligned}[t]&#10;     a_0 &amp;= 7&amp;\\&#10;     a_n &amp;=8\cdot a_{n-1}\quad\mbox{for }n\ge 1&#10;  \end{aligned}$&#10;  \end{enumerate}&#10;\end{minipage}&#10;\end{document}"/>
  <p:tag name="IGUANATEXSIZE" val="25"/>
  <p:tag name="IGUANATEXCURSOR" val="298"/>
  <p:tag name="TRANSPARENCY" val="True"/>
  <p:tag name="FILENAME" val=""/>
  <p:tag name="LATEXENGINEID" val="0"/>
  <p:tag name="TEMPFOLDER" val="D:\IganaTeXTempFolder\"/>
  <p:tag name="LATEXFORMHEIGHT" val="371"/>
  <p:tag name="LATEXFORMWIDTH" val="469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1728.534"/>
  <p:tag name="LATEXADDIN" val="\documentclass{article}&#10;\usepackage{amsmath,amssymb,enumerate}&#10;\pagestyle{empty}&#10;\begin{document}&#10;&#10;\begin{minipage}{10.4cm}&#10;  at the end $a_{n-k}=a_0$, and thus,\\&#10;  $n-k=0\rightarrow k=n$.\\[0.125cm]&#10;  $\therefore a_n = 8^na_0 =7\cdot 8^n$&#10;\end{minipage}&#10;\end{document}"/>
  <p:tag name="IGUANATEXSIZE" val="25"/>
  <p:tag name="IGUANATEXCURSOR" val="123"/>
  <p:tag name="TRANSPARENCY" val="True"/>
  <p:tag name="FILENAME" val=""/>
  <p:tag name="LATEXENGINEID" val="0"/>
  <p:tag name="TEMPFOLDER" val="D:\IganaTeXTempFolder\"/>
  <p:tag name="LATEXFORMHEIGHT" val="371"/>
  <p:tag name="LATEXFORMWIDTH" val="469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3.143"/>
  <p:tag name="ORIGINALWIDTH" val="2248.064"/>
  <p:tag name="LATEXADDIN" val="\documentclass{article}&#10;\usepackage{amsmath,amssymb,enumerate}&#10;\pagestyle{empty}&#10;\begin{document}&#10;&#10;\begin{minipage}{10.4cm}&#10;\begin{enumerate}&#10;  \setcounter{enumi}{1}&#10;  \item Let a recurrence relation be defined as\\&#10;  $\begin{aligned}[t]&#10;     a_0 &amp;= 0&amp;\\&#10;     a_n &amp;=a_{n-1}+2n\quad\mbox{for }n\ge 1&amp;&#10;  \end{aligned}$&#10;  \item Let a recurrence relation be defined as\\&#10;  $\begin{aligned}[t]&#10;     t_1 &amp;= 1&amp;\\&#10;     t_n &amp;=3t_{n-1}+2^n\quad\mbox{for }n&gt; 1&amp;&#10;  \end{aligned}$&#10;\end{enumerate}&#10;\end{minipage}&#10;\end{document}"/>
  <p:tag name="IGUANATEXSIZE" val="25"/>
  <p:tag name="IGUANATEXCURSOR" val="447"/>
  <p:tag name="TRANSPARENCY" val="True"/>
  <p:tag name="FILENAME" val=""/>
  <p:tag name="LATEXENGINEID" val="1"/>
  <p:tag name="TEMPFOLDER" val="D:\IganaTeXTempFolder\"/>
  <p:tag name="LATEXFORMHEIGHT" val="495"/>
  <p:tag name="LATEXFORMWIDTH" val="666.7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7.285"/>
  <p:tag name="ORIGINALWIDTH" val="3887.514"/>
  <p:tag name="LATEXADDIN" val="\documentclass{article}&#10;\usepackage{amsmath,amssymb,enumerate}&#10;\pagestyle{empty}&#10;\begin{document}&#10;&#10;\begin{minipage}{11cm}&#10;Linear Homogeneous with constant coefficients equation is of the form&#10;\begin{align*}&#10;  c_0a_n+c_1a_{n-1}+c_2a_{n-2}+\cdots c_ka_{n-k}=f(n)&#10;\end{align*}&#10;where $c_0,c_1,c_2,\dots,c_k$ are real constants and $k$ is a positive integer.&#10;\begin{itemize}&#10;  \item Homogeneous if every term contains a factor of the form $a_j$.\\&#10;        In other words, $f(n)=0$.&#10;  \item Linear if terms like $a_{n-i}$ appear.&#10;  \item It has constant coefficients if $n$ does not appear in any term involving&#10;        some $a_j$ except in subscripts.&#10;\end{itemize}&#10;\end{minipage}&#10;\end{document} "/>
  <p:tag name="IGUANATEXSIZE" val="23"/>
  <p:tag name="IGUANATEXCURSOR" val="167"/>
  <p:tag name="TRANSPARENCY" val="True"/>
  <p:tag name="FILENAME" val=""/>
  <p:tag name="LATEXENGINEID" val="0"/>
  <p:tag name="TEMPFOLDER" val="c:\temp\"/>
  <p:tag name="LATEXFORMHEIGHT" val="371"/>
  <p:tag name="LATEXFORMWIDTH" val="469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,enumerate}&#10;\pagestyle{empty}&#10;\begin{document}&#10;&#10;\begin{minipage}{12cm}&#10;\begin{enumerate}[(1)]&#10;   \item $a_n-5a_{n-1}=7$\\&#10;         Homogeneous: No (+7), Linear: Yes, Constants: Yes.&#10;   \item $a_n-(n^2+4)a_{n-1}+8a_{n-2}=0 $\\&#10;         Homogeneous: Yes, Linear: Yes, Constants: No ($n^2+4)$.&#10;   \item $a_n-3a_{n-1}\cdot a_{n-2}-4a_{n-3}=0$\\&#10;         Homogeneous: Yes, Linear: No ($a_{n-1}\cdot a_{n-2}$),&#10;         Constants: Yes.&#10;   \item $a_n-4a^2_{n-1}-5a_{n-2}=0$\\&#10;         Homogeneous: Yes, Linear: No ($a^2_{n-1}$), Constants: Yes.&#10;   \item $a_n-\sin (a_{n-1})=n$\\&#10;         Homogeneous: No ($+n$), Linear: No ($\sin(a_{n-1}$), Constants: Yes.&#10;\end{enumerate}&#10;\end{minipage}&#10;\end{document}"/>
  <p:tag name="IGUANATEXSIZE" val="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4.027"/>
  <p:tag name="ORIGINALWIDTH" val="3891.264"/>
  <p:tag name="LATEXADDIN" val="\documentclass{article}&#10;\usepackage{amsmath,amssymb,enumerate,xcolor}&#10;\pagestyle{empty}&#10;\begin{document}&#10;&#10;\begin{minipage}{11cm}&#10;\paragraph{Definition.}Suppose we have a homogeneous linear recurrence&#10;equation with constant coefficients defined as\\[0.18cm]&#10;\hspace*{1cm}{\color{blue}$c_0a_n+c_1a_{n-1}+c_2a_{n-2}+\cdots+c_ka_{n-k} = 0$}\\[0.18cm]&#10;then its {\em characteristic equation} is \\[0.18cm]&#10;\hspace*{1cm}{\color{red}$c_0x^k+c_1x^{k-1}+c_2x^{k-2}+\cdots+c_k=0$}&#10;&#10;\vspace{0.45cm}&#10;\paragraph{Theorem.}If $r_1,r_2,\dots,r_k$ are {\em distinct} roots of the above characteristic equation, then&#10;the only solutions to the recurrence are\\[0.18cm]&#10;\hspace*{1cm}{\color{magenta}$a_n=c_1r_1^n+c_2r_2^n+c_3r_3^n+\cdots +c_kr^n_k$}\\[0.18cm]&#10;where $c_1,c_2,c_3,\dots,c_k$ are constants calculated from initial conditions.&#10;\end{minipage}&#10;\end{document} "/>
  <p:tag name="IGUANATEXSIZE" val="25"/>
  <p:tag name="IGUANATEXCURSOR" val="286"/>
  <p:tag name="TRANSPARENCY" val="True"/>
  <p:tag name="FILENAME" val=""/>
  <p:tag name="LATEXENGINEID" val="0"/>
  <p:tag name="TEMPFOLDER" val="c:\temp\"/>
  <p:tag name="LATEXFORMHEIGHT" val="371"/>
  <p:tag name="LATEXFORMWIDTH" val="469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3.185"/>
  <p:tag name="ORIGINALWIDTH" val="1955.523"/>
  <p:tag name="LATEXADDIN" val="\documentclass{article}&#10;\usepackage{amsmath,amssymb,enumitem}&#10;\pagestyle{empty}&#10;\begin{document}&#10;&#10;\begin{minipage}{10.4cm}&#10;\begin{enumerate}[topsep=2pt]&#10;  %\setcounter{enumi}{1}&#10;  \item $\begin{aligned}[t]&#10;        t_0 &amp;=0, t_1=5\\&#10;        t_n &amp;=3t_{n-1}+4t_{n-2}\hbox{ for all }n\ge 2&#10;       \end{aligned}$&#10;  \item $\begin{aligned}[t]&#10;    a_0 &amp;=-2, a_1=3\\&#10;    a_n &amp;=a_{n-1}+6a_{n-2}\hbox{ for all }n\ge 2&#10;   \end{aligned}$&#10;  \item {\em Fibonacci sequence}\\&#10;     $\begin{aligned}[t]&#10;      f_0&amp;=0, f_1=1\\&#10;      f_n &amp;=f_{n-1}+f_{n-2},~~\text{ for all }n\ge 2&#10;     \end{aligned}$&#10;\end{enumerate}&#10;\end{minipage}&#10;\end{document} "/>
  <p:tag name="IGUANATEXSIZE" val="32"/>
  <p:tag name="IGUANATEXCURSOR" val="123"/>
  <p:tag name="TRANSPARENCY" val="True"/>
  <p:tag name="FILENAME" val=""/>
  <p:tag name="LATEXENGINEID" val="1"/>
  <p:tag name="TEMPFOLDER" val="D:\IganaTeXTempFolder\"/>
  <p:tag name="LATEXFORMHEIGHT" val="371"/>
  <p:tag name="LATEXFORMWIDTH" val="469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8.241"/>
  <p:tag name="ORIGINALWIDTH" val="3538.244"/>
  <p:tag name="LATEXADDIN" val="\documentclass{article}&#10;\usepackage{amsmath,amssymb,enumerate}&#10;\pagestyle{empty}&#10;\begin{document}&#10;&#10;\begin{minipage}{10cm}&#10;Suppose the root $r$ is repeated $m$ times, then&#10;  \[ t_n=\overbrace{(c_1+c_2n+c_3n^2+\cdots+c_mn^{m-1})}^{\text{Polynomial of degree }m-1}r^n+\cdots\]&#10;where $c_1,c_2,c_3,\dots,c_m$ are constants calculated&#10;from the initial\\ conditions.\\[0.25cm]&#10;{\bf\large Example.}&#10;What is the general form of the solution of linear&#10;homogeneous recurrence relation with constant coefficients&#10;if the characteristic equation has the following roots.\\[0.125cm]&#10;\hspace*{2cm}$1,1,1,1,-2,-2,-2,3,3,-4$&#10;\end{minipage}&#10;\end{document} "/>
  <p:tag name="IGUANATEXSIZE" val="25"/>
  <p:tag name="IGUANATEXCURSOR" val="260"/>
  <p:tag name="TRANSPARENCY" val="True"/>
  <p:tag name="FILENAME" val=""/>
  <p:tag name="LATEXENGINEID" val="1"/>
  <p:tag name="TEMPFOLDER" val="c:\temp\"/>
  <p:tag name="LATEXFORMHEIGHT" val="364.5"/>
  <p:tag name="LATEXFORMWIDTH" val="538.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8.103"/>
  <p:tag name="ORIGINALWIDTH" val="2429.589"/>
  <p:tag name="LATEXADDIN" val="\documentclass{article}&#10;\usepackage{amsmath,amssymb,enumerate}&#10;\pagestyle{empty}&#10;\begin{document}&#10;&#10;\begin{minipage}{10.4cm}&#10;\begin{enumerate}&#10;  %\setcounter{enumi}{1}&#10;  \item $\begin{aligned}[t]&#10;    a_0 &amp;=0, a_1=1\\&#10;    a_n &amp;=-4a_{n-1}-4a_{n-2}\hbox{ for all }n\ge 2&#10;   \end{aligned}$&#10;  \item $\begin{aligned}[t]&#10;    a_0 &amp;=0, a_1=1, a_2=2\\&#10;    a_n &amp;= 5a_{n-1}-8a_{n-2}+4a_{n-3}\text{ for all }n&gt; 2&#10;   \end{aligned}$&#10;\end{enumerate}&#10;\end{minipage}&#10;\end{document} "/>
  <p:tag name="IGUANATEXSIZE" val="27"/>
  <p:tag name="IGUANATEXCURSOR" val="46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7.278"/>
  <p:tag name="ORIGINALWIDTH" val="3908.511"/>
  <p:tag name="LATEXADDIN" val="\documentclass{article}&#10;\usepackage{amsmath,amssymb,enumitem,xcolor}&#10;\pagestyle{empty}&#10;\begin{document}&#10;&#10;\begin{minipage}{11cm}&#10;\paragraph{Theorem.} A nonhomogeneous linear recurrence of the form\\[0.18cm]&#10;\hspace*{1cm}{\color{blue}$c_0a_n+c_1a_{n-1}+c_2a_{n-2}+\cdots+c_ka_{n-k} = \color{red}b^np(n)$}\\[0.18cm]&#10;can be transformed into homogeneous linear recurrence that has the characteristic equation\\[0.18cm]&#10;\hspace*{1cm}{\color{blue}$(c_0x^k+c_1x^{k-1}+c_2x^{x-2}+\cdots+c_k)\color{red}(x-b)^{d+1}\color{blue}=0$}\\[0.18cm]&#10;where $d$ is the degree of $p(n)$.\\[0.18cm]&#10; Notice that the characteristic equation is composed of two parts:&#10;\begin{enumerate}[leftmargin=11pt,topsep=5pt]&#10;\item The characteristic equation for the homogeneous recurrence&#10;\item A term obtained from the nonhomogeneous recurrence.&#10;\end{enumerate}&#10;\end{minipage}&#10;\end{document} "/>
  <p:tag name="IGUANATEXSIZE" val="25"/>
  <p:tag name="IGUANATEXCURSOR" val="149"/>
  <p:tag name="TRANSPARENCY" val="True"/>
  <p:tag name="FILENAME" val=""/>
  <p:tag name="LATEXENGINEID" val="0"/>
  <p:tag name="TEMPFOLDER" val="c:\temp\"/>
  <p:tag name="LATEXFORMHEIGHT" val="371"/>
  <p:tag name="LATEXFORMWIDTH" val="469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6.558"/>
  <p:tag name="ORIGINALWIDTH" val="3537.308"/>
  <p:tag name="LATEXADDIN" val="\documentclass{article}&#10;\usepackage{amsmath,amssymb,enumerate}&#10;\pagestyle{empty}&#10;\begin{document}&#10;&#10;\begin{minipage}{10cm}&#10;The roots obtained from the terms of nonhomogeneous recurrences are summarized by the table:\\[0.25cm]&#10;{\renewcommand{\arraystretch}{1.5}&#10;\begin{tabular}{|l|l|}\hline&#10;    Term       &amp; Root\\\hline\hline&#10;    $c$        &amp; $(x-1)$\\\hline&#10;    $c\cdot b^n$           &amp; $(x-b)$\\\hline&#10;    $p(n)$    &amp; $(x-1)^{d+1}$\\\hline&#10;    $p(n)\cdot b^n$ &amp; $(x-b)^{d+1}$\\\hline&#10;\end{tabular}}&#10;~~&#10;\begin{minipage}{4cm}&#10;where $c,b$ are real number constants, and $p(n)$ is a polynomial of degree $d$.&#10;\end{minipage}&#10;\end{minipage}&#10;\end{document} "/>
  <p:tag name="IGUANATEXSIZE" val="25"/>
  <p:tag name="IGUANATEXCURSOR" val="185"/>
  <p:tag name="TRANSPARENCY" val="True"/>
  <p:tag name="FILENAME" val=""/>
  <p:tag name="LATEXENGINEID" val="0"/>
  <p:tag name="TEMPFOLDER" val="D:\IganaTeXTempFolder\"/>
  <p:tag name="LATEXFORMHEIGHT" val="378"/>
  <p:tag name="LATEXFORMWIDTH" val="607.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,amssymb,enumerate}&#10;\pagestyle{empty}&#10;\begin{document}&#10;&#10;\begin{minipage}{10.4cm}&#10;\renewcommand{\arraystretch}{1.2}&#10;\begin{tabular}{|l|l|}\hline&#10;    \multicolumn{2}{|c|}{Examples}\\\hline&#10;    Term      &amp; Roots\\\hline\hline&#10;    3  &amp; $(x-1)$\\\hline&#10;    $5\cdot (-3)^n$  &amp; $(x+3)$\\\hline&#10;    $5\cdot (-3)^n+7n-7$  &amp; $(x+3)(x-1)^2$\\\hline    &#10;    $n^2+1$   &amp; $(x-1)^3$\\\hline&#10;    $n^2\cdot 4^n+2$ &amp; $(x-4)^3(x-1)$\\\hline&#10;    $-(n+3)\cdot 3^{n+1}$ &amp; $(x-3)^2$\\\hline&#10;    $n3^n+3^n=(n+1)3^n$ &amp; $(x-3)^2$\\\hline&#10;    $7-2^n+(-n^2+3n-2)\cdot 5^n$ &amp; $(x-1)(x-2)(x-5)^3$\\\hline&#10;\end{tabular}&#10;\end{minipage}&#10;\end{document}"/>
  <p:tag name="IGUANATEXSIZE" val="2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8.6045"/>
  <p:tag name="ORIGINALWIDTH" val="2143.049"/>
  <p:tag name="LATEXADDIN" val="\documentclass{article}&#10;\usepackage{amsmath,amssymb,enumerate}&#10;\pagestyle{empty}&#10;\begin{document}&#10;&#10;\begin{minipage}{10.4cm}&#10;\begin{enumerate}&#10;  %\setcounter{enumi}{1}&#10;  \item $\begin{aligned}[t]&#10;      a_1 &amp;=5\\&#10;      a_n &amp;=2a_{n-1}+3^n\text{ for all }n\ge 2&#10;    \end{aligned}$&#10;  \item $\begin{aligned}[t]&#10;      a_0 &amp;=10\\&#10;      a_n &amp;=2a_{n-1}-(n+5)3^n\text{ for all }n\ge 1&#10;    \end{aligned}$&#10;\end{enumerate}&#10;\end{minipage}&#10;\end{document}"/>
  <p:tag name="IGUANATEXSIZE" val="27"/>
  <p:tag name="IGUANATEXCURSOR" val="39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2.017"/>
  <p:tag name="ORIGINALWIDTH" val="3508.062"/>
  <p:tag name="LATEXADDIN" val="\documentclass{article}&#10;\usepackage{amsmath,amssymb,enumerate}&#10;\pagestyle{empty}&#10;\begin{document}&#10;&#10;\begin{minipage}{12cm}&#10;\begin{enumerate}&#10;  \item Use {\em Forward Chaining} to find a closed-form equation to\\&#10;     $\begin{aligned}[t]&#10;      T(1) &amp;=1 \\&#10;      T(n) &amp;=5T\left(\frac{n}{2}\right)+3,\text{ for all }n\ge 2&#10;     \end{aligned}$&#10;  \item Use {\em Back Substitution} to find a closed-form equation to\\[0.125cm]&#10;     $T(n)=\left\{&#10;    \begin{array}{ll}&#10;      2T(n/2)+2, &amp; \hbox{if $n&gt;1$;} \\&#10;      1, &amp; \hbox{if $n=1$.}&#10;    \end{array}&#10;    \right.$&#10;  \item Use {\em Characteristic Equation} to find a closed-form equation to&#10;  &#10;     $\begin{aligned}[t]&#10;      T(1) &amp;=1 \\&#10;      T(n) &amp;=T\left(\frac{n}{3}\right)+n+2,\text{ for all }n\ge 2&#10;    \end{aligned}$&#10;\end{enumerate}&#10;\end{minipage}&#10;\end{document} "/>
  <p:tag name="IGUANATEXSIZE" val="24"/>
  <p:tag name="IGUANATEXCURSOR" val="597"/>
  <p:tag name="TRANSPARENCY" val="True"/>
  <p:tag name="FILENAME" val=""/>
  <p:tag name="LATEXENGINEID" val="0"/>
  <p:tag name="TEMPFOLDER" val="D:\IganaTeXTempFolder\"/>
  <p:tag name="LATEXFORMHEIGHT" val="313.5"/>
  <p:tag name="LATEXFORMWIDTH" val="685.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6.442"/>
  <p:tag name="ORIGINALWIDTH" val="1844.507"/>
  <p:tag name="LATEXADDIN" val="\documentclass{article}&#10;\usepackage{amsmath,amssymb,enumerate}&#10;\pagestyle{empty}&#10;\begin{document}&#10;&#10;\begin{minipage}{10.4cm}&#10;\begin{enumerate}&#10;  %\setcounter{enumi}{3}&#10;  \item $\begin{aligned}[t]&#10;       a_1 &amp;=1 \\&#10;       a_n &amp;=\frac{a_{n-1}}{a_{n-1}+2},\text{ for all }n\ge 2&#10;     \end{aligned}$&#10;  \item $T(n) =T(\sqrt{n})+1,\quad T(2)=1$.&#10;  \item $\begin{aligned}[t]&#10;       a_0 &amp;= 8, a_1=1/(2\sqrt{2}) \\&#10;       a_n &amp;=\sqrt{\cfrac{a_{n-2}}{a_{n-1}}},\text{\quad for all }n\ge 2&#10;     \end{aligned}$&#10;&#10;\end{enumerate}&#10;\end{minipage}&#10;\end{document}"/>
  <p:tag name="IGUANATEXSIZE" val="27"/>
  <p:tag name="IGUANATEXCURSOR" val="14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(widescreen)</Template>
  <TotalTime>0</TotalTime>
  <Words>487</Words>
  <Application>Microsoft Office PowerPoint</Application>
  <PresentationFormat>Custom</PresentationFormat>
  <Paragraphs>113</Paragraphs>
  <Slides>28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Euphemia</vt:lpstr>
      <vt:lpstr>Wingdings</vt:lpstr>
      <vt:lpstr>Math 16x9</vt:lpstr>
      <vt:lpstr>ITCS253 Discrete Mathematics II</vt:lpstr>
      <vt:lpstr>Recurrence Relations</vt:lpstr>
      <vt:lpstr>Mathematical Review</vt:lpstr>
      <vt:lpstr>Properties of Summations</vt:lpstr>
      <vt:lpstr>Iteration Method (Forward Chaining)</vt:lpstr>
      <vt:lpstr>PowerPoint Presentation</vt:lpstr>
      <vt:lpstr>Forward Chaining (Cont.)</vt:lpstr>
      <vt:lpstr>Iteration Method (Back Substitution)</vt:lpstr>
      <vt:lpstr>Back Substitution (Cont.)</vt:lpstr>
      <vt:lpstr>PowerPoint Presentation</vt:lpstr>
      <vt:lpstr>PowerPoint Presentation</vt:lpstr>
      <vt:lpstr>PowerPoint Presentation</vt:lpstr>
      <vt:lpstr>PowerPoint Presentation</vt:lpstr>
      <vt:lpstr>Linear Homogeneous with Constant Coefficients</vt:lpstr>
      <vt:lpstr>Examples</vt:lpstr>
      <vt:lpstr>Linear Homogeneous with Constant Coefficients having Distinct Roots</vt:lpstr>
      <vt:lpstr>Using CASIO fx-991ES PLUS calculator to find the roots</vt:lpstr>
      <vt:lpstr>Examples</vt:lpstr>
      <vt:lpstr>PowerPoint Presentation</vt:lpstr>
      <vt:lpstr>Linear Homogeneous with Constant Coefficients having Repeated Roots</vt:lpstr>
      <vt:lpstr>Finding Repeated Roots Using the Calculator</vt:lpstr>
      <vt:lpstr>Examples</vt:lpstr>
      <vt:lpstr>Linear Nonhomogeneous with Constant  Coefficients</vt:lpstr>
      <vt:lpstr>Linear Nonhomogeneous with Constant  Coefficients (Cont.)</vt:lpstr>
      <vt:lpstr>Examples</vt:lpstr>
      <vt:lpstr>Linear Nonhomogeneous with Constant  Coefficients (Cont.)</vt:lpstr>
      <vt:lpstr>Divide-and-Conquer Relations</vt:lpstr>
      <vt:lpstr>Finding a solution by Transformation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2014-03-10T17:22:23Z</dcterms:created>
  <dcterms:modified xsi:type="dcterms:W3CDTF">2026-08-03T12:36:44Z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